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svg" ContentType="image/svg"/>
  <Override PartName="/customXml/item1.xml" ContentType="application/xml"/>
  <Override PartName="/customXml/item2.xml" ContentType="application/xml"/>
  <Override PartName="/customXml/item3.xml" ContentType="application/xml"/>
  <Override PartName="/customXml/item4.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.NET 19.12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5"/>
  </p:sldMasterIdLst>
  <p:notesMasterIdLst>
    <p:notesMasterId r:id="rId6"/>
  </p:notesMasterIdLst>
  <p:handoutMasterIdLst>
    <p:handoutMasterId r:id="rId7"/>
  </p:handoutMasterIdLst>
  <p:sldIdLst>
    <p:sldId id="256" r:id="rId8"/>
    <p:sldId id="334" r:id="rId9"/>
    <p:sldId id="356" r:id="rId10"/>
    <p:sldId id="357" r:id="rId11"/>
    <p:sldId id="358" r:id="rId12"/>
    <p:sldId id="316" r:id="rId13"/>
    <p:sldId id="355" r:id="rId14"/>
    <p:sldId id="359" r:id="rId15"/>
    <p:sldId id="360" r:id="rId16"/>
    <p:sldId id="318" r:id="rId17"/>
    <p:sldId id="346" r:id="rId18"/>
    <p:sldId id="361" r:id="rId19"/>
    <p:sldId id="362" r:id="rId20"/>
    <p:sldId id="341" r:id="rId21"/>
  </p:sldIdLst>
  <p:sldSz cx="12192000" cy="6858000"/>
  <p:notesSz cx="6858000" cy="9144000"/>
  <p:custDataLst>
    <p:tags r:id="rId2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9" userDrawn="1">
          <p15:clr>
            <a:srgbClr val="A4A3A4"/>
          </p15:clr>
        </p15:guide>
        <p15:guide id="2" pos="41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826"/>
    <a:srgbClr val="8FAADC"/>
    <a:srgbClr val="66A0D0"/>
    <a:srgbClr val="8C6E8E"/>
    <a:srgbClr val="AE6464"/>
    <a:srgbClr val="F8F1F1"/>
    <a:srgbClr val="D3B25F"/>
    <a:srgbClr val="C2AA46"/>
    <a:srgbClr val="990000"/>
    <a:srgbClr val="C2A1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43" autoAdjust="0"/>
    <p:restoredTop sz="94652" autoAdjust="0"/>
  </p:normalViewPr>
  <p:slideViewPr>
    <p:cSldViewPr snapToGrid="0" showGuides="1">
      <p:cViewPr>
        <p:scale>
          <a:sx n="75" d="100"/>
          <a:sy n="75" d="100"/>
        </p:scale>
        <p:origin x="1482" y="906"/>
      </p:cViewPr>
      <p:guideLst>
        <p:guide orient="horz" pos="2409"/>
        <p:guide pos="41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-4908" y="-90"/>
      </p:cViewPr>
      <p:guideLst>
        <p:guide orient="horz" pos="2918"/>
        <p:guide pos="2160"/>
      </p:guideLst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ustomXml" Target="../customXml/item1.xml" /><Relationship Id="rId10" Type="http://schemas.openxmlformats.org/officeDocument/2006/relationships/slide" Target="slides/slide3.xml" /><Relationship Id="rId11" Type="http://schemas.openxmlformats.org/officeDocument/2006/relationships/slide" Target="slides/slide4.xml" /><Relationship Id="rId12" Type="http://schemas.openxmlformats.org/officeDocument/2006/relationships/slide" Target="slides/slide5.xml" /><Relationship Id="rId13" Type="http://schemas.openxmlformats.org/officeDocument/2006/relationships/slide" Target="slides/slide6.xml" /><Relationship Id="rId14" Type="http://schemas.openxmlformats.org/officeDocument/2006/relationships/slide" Target="slides/slide7.xml" /><Relationship Id="rId15" Type="http://schemas.openxmlformats.org/officeDocument/2006/relationships/slide" Target="slides/slide8.xml" /><Relationship Id="rId16" Type="http://schemas.openxmlformats.org/officeDocument/2006/relationships/slide" Target="slides/slide9.xml" /><Relationship Id="rId17" Type="http://schemas.openxmlformats.org/officeDocument/2006/relationships/slide" Target="slides/slide10.xml" /><Relationship Id="rId18" Type="http://schemas.openxmlformats.org/officeDocument/2006/relationships/slide" Target="slides/slide11.xml" /><Relationship Id="rId19" Type="http://schemas.openxmlformats.org/officeDocument/2006/relationships/slide" Target="slides/slide12.xml" /><Relationship Id="rId2" Type="http://schemas.openxmlformats.org/officeDocument/2006/relationships/customXml" Target="../customXml/item2.xml" /><Relationship Id="rId20" Type="http://schemas.openxmlformats.org/officeDocument/2006/relationships/slide" Target="slides/slide13.xml" /><Relationship Id="rId21" Type="http://schemas.openxmlformats.org/officeDocument/2006/relationships/slide" Target="slides/slide14.xml" /><Relationship Id="rId22" Type="http://schemas.openxmlformats.org/officeDocument/2006/relationships/customXmlProps" Target="../customXml/itemProps1.xml" /><Relationship Id="rId23" Type="http://schemas.openxmlformats.org/officeDocument/2006/relationships/tags" Target="tags/tag1.xml" /><Relationship Id="rId24" Type="http://schemas.openxmlformats.org/officeDocument/2006/relationships/presProps" Target="presProps.xml" /><Relationship Id="rId25" Type="http://schemas.openxmlformats.org/officeDocument/2006/relationships/viewProps" Target="viewProps.xml" /><Relationship Id="rId26" Type="http://schemas.openxmlformats.org/officeDocument/2006/relationships/theme" Target="theme/theme1.xml" /><Relationship Id="rId27" Type="http://schemas.openxmlformats.org/officeDocument/2006/relationships/tableStyles" Target="tableStyles.xml" /><Relationship Id="rId3" Type="http://schemas.openxmlformats.org/officeDocument/2006/relationships/customXml" Target="../customXml/item3.xml" /><Relationship Id="rId4" Type="http://schemas.openxmlformats.org/officeDocument/2006/relationships/customXml" Target="../customXml/item4.xml" /><Relationship Id="rId5" Type="http://schemas.openxmlformats.org/officeDocument/2006/relationships/slideMaster" Target="slideMasters/slideMaster1.xml" /><Relationship Id="rId6" Type="http://schemas.openxmlformats.org/officeDocument/2006/relationships/notesMaster" Target="notesMasters/notesMaster1.xml" /><Relationship Id="rId7" Type="http://schemas.openxmlformats.org/officeDocument/2006/relationships/handoutMaster" Target="handoutMasters/handoutMaster1.xml" /><Relationship Id="rId8" Type="http://schemas.openxmlformats.org/officeDocument/2006/relationships/slide" Target="slides/slide1.xml" /><Relationship Id="rId9" Type="http://schemas.openxmlformats.org/officeDocument/2006/relationships/slide" Target="slides/slide2.xml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D93DD-A479-4F6C-AF5E-6152D069177D}" type="datetimeFigureOut">
              <a:rPr lang="ru-RU" smtClean="0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27F79-BC16-4DE0-8BA2-D3AF1D768C7A}" type="slidenum">
              <a:rPr lang="ru-RU" smtClean="0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DAC6F-BB1F-4063-BD4A-C26C60CE3AD6}" type="datetimeFigureOut">
              <a:rPr lang="ru-RU" smtClean="0"/>
              <a:t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60B39-B557-40BF-9ECA-089F8F8977CD}" type="slidenum">
              <a:rPr lang="ru-RU" smtClean="0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jpe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jpeg" /><Relationship Id="rId2" Type="http://schemas.openxmlformats.org/officeDocument/2006/relationships/image" Target="../media/image4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jpeg" /><Relationship Id="rId2" Type="http://schemas.openxmlformats.org/officeDocument/2006/relationships/image" Target="../media/image4.png" /><Relationship Id="rId3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8204200" cy="6858000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8204202" y="396784"/>
            <a:ext cx="3987797" cy="1140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267304"/>
            <a:ext cx="4572180" cy="2468779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showMasterSp="0" preserve="1" userDrawn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showMasterSp="0" preserve="1" userDrawn="1">
  <p:cSld name="2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Объект 2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showMasterSp="0" preserve="1" userDrawn="1">
  <p:cSld name="4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3" name="Прямоугольник 12"/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439165" y="2249512"/>
            <a:ext cx="5108575" cy="490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Прямоугольник 3"/>
          <p:cNvSpPr/>
          <p:nvPr userDrawn="1"/>
        </p:nvSpPr>
        <p:spPr>
          <a:xfrm>
            <a:off x="439165" y="1354812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Контакты</a:t>
            </a:r>
            <a:endParaRPr lang="ru-RU" sz="2800">
              <a:solidFill>
                <a:schemeClr val="bg1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image" Target="../media/image6.png" /><Relationship Id="rId7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cxnSp>
        <p:nvCxnSpPr>
          <p:cNvPr id="5" name="Прямая соединительная линия 4"/>
          <p:cNvCxnSpPr/>
          <p:nvPr userDrawn="1"/>
        </p:nvCxnSpPr>
        <p:spPr>
          <a:xfrm>
            <a:off x="0" y="163887"/>
            <a:ext cx="10548046" cy="0"/>
          </a:xfrm>
          <a:prstGeom prst="line">
            <a:avLst/>
          </a:prstGeom>
          <a:ln w="9525">
            <a:solidFill>
              <a:srgbClr val="923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813" y="-309257"/>
            <a:ext cx="2044945" cy="110418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7" r:id="rId4"/>
    <p:sldLayoutId id="2147483669" r:id="rId5"/>
  </p:sldLayoutIdLst>
  <p:transition/>
  <p:timing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jpeg" /><Relationship Id="rId3" Type="http://schemas.openxmlformats.org/officeDocument/2006/relationships/image" Target="../media/image8.png" /><Relationship Id="rId4" Type="http://schemas.openxmlformats.org/officeDocument/2006/relationships/image" Target="../media/image9.sv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jpeg" /><Relationship Id="rId3" Type="http://schemas.openxmlformats.org/officeDocument/2006/relationships/image" Target="../media/image11.png" /><Relationship Id="rId4" Type="http://schemas.openxmlformats.org/officeDocument/2006/relationships/image" Target="../media/image12.sv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3.jpeg" /><Relationship Id="rId4" Type="http://schemas.openxmlformats.org/officeDocument/2006/relationships/image" Target="../media/image14.png" /><Relationship Id="rId5" Type="http://schemas.openxmlformats.org/officeDocument/2006/relationships/image" Target="../media/image15.svg" /><Relationship Id="rId6" Type="http://schemas.openxmlformats.org/officeDocument/2006/relationships/image" Target="../media/image16.png" /><Relationship Id="rId7" Type="http://schemas.openxmlformats.org/officeDocument/2006/relationships/image" Target="../media/image17.svg" /><Relationship Id="rId8" Type="http://schemas.openxmlformats.org/officeDocument/2006/relationships/image" Target="../media/image18.png" /><Relationship Id="rId9" Type="http://schemas.openxmlformats.org/officeDocument/2006/relationships/image" Target="../media/image19.sv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0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jpeg" /><Relationship Id="rId3" Type="http://schemas.openxmlformats.org/officeDocument/2006/relationships/image" Target="../media/image22.jpeg" /><Relationship Id="rId4" Type="http://schemas.openxmlformats.org/officeDocument/2006/relationships/image" Target="../media/image23.jpeg" /><Relationship Id="rId5" Type="http://schemas.openxmlformats.org/officeDocument/2006/relationships/image" Target="../media/image24.jpe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5.jpeg" /><Relationship Id="rId3" Type="http://schemas.openxmlformats.org/officeDocument/2006/relationships/image" Target="../media/image26.jpeg" /><Relationship Id="rId4" Type="http://schemas.openxmlformats.org/officeDocument/2006/relationships/image" Target="../media/image27.jpe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8.jpe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9.jpeg" /><Relationship Id="rId3" Type="http://schemas.openxmlformats.org/officeDocument/2006/relationships/image" Target="../media/image30.jpe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1.jpe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2.jpe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mailto:mail@web.com" TargetMode="External" /><Relationship Id="rId3" Type="http://schemas.openxmlformats.org/officeDocument/2006/relationships/image" Target="../media/image33.jpeg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Прямоугольник 4"/>
          <p:cNvSpPr/>
          <p:nvPr/>
        </p:nvSpPr>
        <p:spPr>
          <a:xfrm>
            <a:off x="1712804" y="4212406"/>
            <a:ext cx="905887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ИИ в сфере искусства. Типы задач.</a:t>
            </a:r>
            <a:endParaRPr lang="ru-RU" sz="3600">
              <a:solidFill>
                <a:schemeClr val="bg1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  <a:p>
            <a:r>
              <a:rPr lang="ru-RU" sz="36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Особенности</a:t>
            </a:r>
            <a:endParaRPr lang="ru-RU" sz="3600">
              <a:solidFill>
                <a:schemeClr val="bg1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en-US" altLang="ru-RU"/>
              <a:t>GAN </a:t>
            </a:r>
            <a:r>
              <a:rPr lang="en-US" altLang="en-US"/>
              <a:t>→</a:t>
            </a:r>
            <a:r>
              <a:rPr lang="en-US" altLang="ru-RU"/>
              <a:t> VAE </a:t>
            </a:r>
            <a:r>
              <a:rPr lang="en-US" altLang="en-US"/>
              <a:t>→</a:t>
            </a:r>
            <a:r>
              <a:rPr lang="en-US" altLang="ru-RU"/>
              <a:t> Diffusion: </a:t>
            </a:r>
            <a:r>
              <a:rPr lang="en-US" altLang="en-US"/>
              <a:t>эволюция</a:t>
            </a:r>
            <a:r>
              <a:rPr lang="en-US" altLang="ru-RU"/>
              <a:t> </a:t>
            </a:r>
            <a:r>
              <a:rPr lang="en-US" altLang="en-US"/>
              <a:t>«творческих»</a:t>
            </a:r>
            <a:r>
              <a:rPr lang="en-US" altLang="ru-RU"/>
              <a:t> </a:t>
            </a:r>
            <a:r>
              <a:rPr lang="en-US" altLang="en-US"/>
              <a:t>нейросетей</a:t>
            </a:r>
            <a:endParaRPr lang="en-US" alt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1231265"/>
            <a:ext cx="11666220" cy="1433730"/>
          </a:xfrm>
        </p:spPr>
        <p:txBody>
          <a:bodyPr/>
          <a:lstStyle/>
          <a:p>
            <a:endParaRPr lang="ru-RU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Объект 2"/>
          <p:cNvSpPr txBox="1"/>
          <p:nvPr/>
        </p:nvSpPr>
        <p:spPr>
          <a:xfrm>
            <a:off x="7751745" y="2664961"/>
            <a:ext cx="9865995" cy="17005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400"/>
              </a:spcBef>
            </a:pPr>
            <a:endParaRPr lang="ru-RU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8" name="Изображение 7" descr="UnKn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725" y="1231265"/>
            <a:ext cx="6431280" cy="4390390"/>
          </a:xfrm>
          <a:prstGeom prst="rect">
            <a:avLst/>
          </a:prstGeom>
        </p:spPr>
      </p:pic>
      <p:pic>
        <p:nvPicPr>
          <p:cNvPr id="14" name="2384804F-3998-4D57-9195-F3826E402611-1" descr="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6120" y="6071870"/>
            <a:ext cx="8238490" cy="5105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en-US" altLang="ru-RU"/>
              <a:t>GAN </a:t>
            </a:r>
            <a:r>
              <a:rPr lang="en-US" altLang="en-US"/>
              <a:t>→</a:t>
            </a:r>
            <a:r>
              <a:rPr lang="en-US" altLang="ru-RU"/>
              <a:t> VAE </a:t>
            </a:r>
            <a:r>
              <a:rPr lang="en-US" altLang="en-US"/>
              <a:t>→</a:t>
            </a:r>
            <a:r>
              <a:rPr lang="en-US" altLang="ru-RU"/>
              <a:t> Diffusion: </a:t>
            </a:r>
            <a:r>
              <a:rPr lang="en-US" altLang="en-US"/>
              <a:t>эволюция</a:t>
            </a:r>
            <a:r>
              <a:rPr lang="en-US" altLang="ru-RU"/>
              <a:t> </a:t>
            </a:r>
            <a:r>
              <a:rPr lang="en-US" altLang="en-US"/>
              <a:t>«творческих»</a:t>
            </a:r>
            <a:r>
              <a:rPr lang="en-US" altLang="ru-RU"/>
              <a:t> </a:t>
            </a:r>
            <a:r>
              <a:rPr lang="en-US" altLang="en-US"/>
              <a:t>нейросетей</a:t>
            </a:r>
            <a:endParaRPr lang="en-US" alt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1231265"/>
            <a:ext cx="11666220" cy="1433730"/>
          </a:xfrm>
        </p:spPr>
        <p:txBody>
          <a:bodyPr/>
          <a:lstStyle/>
          <a:p>
            <a:endParaRPr lang="ru-RU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3" name="Изображение 12" descr="VAE_Bas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60" y="1608455"/>
            <a:ext cx="8438515" cy="3640455"/>
          </a:xfrm>
          <a:prstGeom prst="rect">
            <a:avLst/>
          </a:prstGeom>
        </p:spPr>
      </p:pic>
      <p:pic>
        <p:nvPicPr>
          <p:cNvPr id="11" name="2384804F-3998-4D57-9195-F3826E402611-2" descr="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6700" y="5844540"/>
            <a:ext cx="6579870" cy="34925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en-US" altLang="ru-RU"/>
              <a:t>GAN </a:t>
            </a:r>
            <a:r>
              <a:rPr lang="en-US" altLang="en-US"/>
              <a:t>→</a:t>
            </a:r>
            <a:r>
              <a:rPr lang="en-US" altLang="ru-RU"/>
              <a:t> VAE </a:t>
            </a:r>
            <a:r>
              <a:rPr lang="en-US" altLang="en-US"/>
              <a:t>→</a:t>
            </a:r>
            <a:r>
              <a:rPr lang="en-US" altLang="ru-RU"/>
              <a:t> Diffusion: </a:t>
            </a:r>
            <a:r>
              <a:rPr lang="en-US" altLang="en-US"/>
              <a:t>эволюция</a:t>
            </a:r>
            <a:r>
              <a:rPr lang="en-US" altLang="ru-RU"/>
              <a:t> </a:t>
            </a:r>
            <a:r>
              <a:rPr lang="en-US" altLang="en-US"/>
              <a:t>«творческих»</a:t>
            </a:r>
            <a:r>
              <a:rPr lang="en-US" altLang="ru-RU"/>
              <a:t> </a:t>
            </a:r>
            <a:r>
              <a:rPr lang="en-US" altLang="en-US"/>
              <a:t>нейросетей</a:t>
            </a:r>
            <a:endParaRPr lang="en-US" alt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1231265"/>
            <a:ext cx="11666220" cy="1433730"/>
          </a:xfrm>
        </p:spPr>
        <p:txBody>
          <a:bodyPr/>
          <a:lstStyle/>
          <a:p>
            <a:endParaRPr lang="ru-RU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Изображение 4"/>
          <p:cNvPicPr/>
          <p:nvPr/>
        </p:nvPicPr>
        <p:blipFill>
          <a:blip r:embed="rId3"/>
          <a:stretch>
            <a:fillRect/>
          </a:stretch>
        </p:blipFill>
        <p:spPr>
          <a:xfrm>
            <a:off x="351155" y="1593215"/>
            <a:ext cx="11489690" cy="2713355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802640" y="4608195"/>
            <a:ext cx="2672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Diffusion:</a:t>
            </a:r>
            <a:endParaRPr lang="en-US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802640" y="5377180"/>
            <a:ext cx="157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/>
              <a:t>Denoising:</a:t>
            </a:r>
            <a:endParaRPr lang="en-US" altLang="ru-RU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7799705" y="4515485"/>
            <a:ext cx="3133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/>
              <a:t>Функция потерь:</a:t>
            </a:r>
            <a:endParaRPr lang="ru-RU" altLang="en-US"/>
          </a:p>
        </p:txBody>
      </p:sp>
      <p:pic>
        <p:nvPicPr>
          <p:cNvPr id="9" name="2384804F-3998-4D57-9195-F3826E402611-3" descr="wpp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1060" y="4574540"/>
            <a:ext cx="3730625" cy="402208"/>
          </a:xfrm>
          <a:prstGeom prst="rect">
            <a:avLst/>
          </a:prstGeom>
        </p:spPr>
      </p:pic>
      <p:pic>
        <p:nvPicPr>
          <p:cNvPr id="10" name="2384804F-3998-4D57-9195-F3826E402611-4" descr="wpp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31060" y="5445125"/>
            <a:ext cx="3980089" cy="232172"/>
          </a:xfrm>
          <a:prstGeom prst="rect">
            <a:avLst/>
          </a:prstGeom>
        </p:spPr>
      </p:pic>
      <p:pic>
        <p:nvPicPr>
          <p:cNvPr id="12" name="2384804F-3998-4D57-9195-F3826E402611-5" descr="wpp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14820" y="4976495"/>
            <a:ext cx="5102678" cy="537376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en-US" altLang="ru-RU"/>
              <a:t>CLIP: </a:t>
            </a:r>
            <a:r>
              <a:rPr lang="ru-RU" altLang="en-US"/>
              <a:t>связь текста и образа</a:t>
            </a:r>
            <a:endParaRPr lang="ru-RU" alt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1231265"/>
            <a:ext cx="11666220" cy="1433730"/>
          </a:xfrm>
        </p:spPr>
        <p:txBody>
          <a:bodyPr/>
          <a:lstStyle/>
          <a:p>
            <a:endParaRPr lang="ru-RU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4" name="Изображение 3"/>
          <p:cNvPicPr/>
          <p:nvPr/>
        </p:nvPicPr>
        <p:blipFill>
          <a:blip r:embed="rId3"/>
          <a:stretch>
            <a:fillRect/>
          </a:stretch>
        </p:blipFill>
        <p:spPr>
          <a:xfrm>
            <a:off x="517525" y="691515"/>
            <a:ext cx="10927715" cy="5474335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Прямоугольник 3"/>
          <p:cNvSpPr/>
          <p:nvPr/>
        </p:nvSpPr>
        <p:spPr>
          <a:xfrm>
            <a:off x="588278" y="2474853"/>
            <a:ext cx="4410843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800" cap="all" baseline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Типы задач: генерация и анализ</a:t>
            </a:r>
            <a:endParaRPr lang="ru-RU" altLang="ru-RU" sz="2800" cap="all" baseline="0">
              <a:solidFill>
                <a:schemeClr val="bg1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588010" y="3567748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sz="1600" b="0" i="0">
                <a:solidFill>
                  <a:srgbClr val="F9FAFB"/>
                </a:solidFill>
                <a:ea typeface="quote-cjk-patch"/>
                <a:cs typeface="+mn-lt"/>
              </a:rPr>
              <a:t>От промпта к картине, </a:t>
            </a:r>
            <a:endParaRPr sz="1600" b="0" i="0">
              <a:solidFill>
                <a:srgbClr val="F9FAFB"/>
              </a:solidFill>
              <a:ea typeface="quote-cjk-patch"/>
              <a:cs typeface="+mn-lt"/>
            </a:endParaRPr>
          </a:p>
          <a:p>
            <a:pPr marL="0" indent="0"/>
            <a:r>
              <a:rPr sz="1600" b="0" i="0">
                <a:solidFill>
                  <a:srgbClr val="F9FAFB"/>
                </a:solidFill>
                <a:ea typeface="quote-cjk-patch"/>
                <a:cs typeface="+mn-lt"/>
              </a:rPr>
              <a:t>от эскиза к шедевру</a:t>
            </a:r>
            <a:endParaRPr sz="1600" b="0" i="0">
              <a:solidFill>
                <a:srgbClr val="F9FAFB"/>
              </a:solidFill>
              <a:ea typeface="quote-cjk-patch"/>
              <a:cs typeface="+mn-lt"/>
            </a:endParaRPr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Генерация изображений</a:t>
            </a:r>
            <a:endParaRPr lang="ru-RU"/>
          </a:p>
        </p:txBody>
      </p:sp>
      <p:pic>
        <p:nvPicPr>
          <p:cNvPr id="12" name="Замещающее содержимое 11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8625" y="1061720"/>
            <a:ext cx="4672965" cy="2557780"/>
          </a:xfrm>
          <a:prstGeom prst="rect">
            <a:avLst/>
          </a:prstGeom>
        </p:spPr>
      </p:pic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355" y="3545205"/>
            <a:ext cx="4968240" cy="3312795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575" y="1061720"/>
            <a:ext cx="4424045" cy="2483485"/>
          </a:xfrm>
          <a:prstGeom prst="rect">
            <a:avLst/>
          </a:prstGeom>
        </p:spPr>
      </p:pic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55" y="1061720"/>
            <a:ext cx="4874895" cy="268351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Генерация музыки и видео</a:t>
            </a:r>
            <a:endParaRPr lang="ru-RU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1484630"/>
            <a:ext cx="6165215" cy="3888740"/>
          </a:xfrm>
          <a:prstGeom prst="rect">
            <a:avLst/>
          </a:prstGeom>
        </p:spPr>
      </p:pic>
      <p:pic>
        <p:nvPicPr>
          <p:cNvPr id="6" name="Изображение 5" descr="8572216937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600" y="3850640"/>
            <a:ext cx="3810000" cy="2143125"/>
          </a:xfrm>
          <a:prstGeom prst="rect">
            <a:avLst/>
          </a:prstGeom>
        </p:spPr>
      </p:pic>
      <p:pic>
        <p:nvPicPr>
          <p:cNvPr id="7" name="Изображение 6" descr="79703307740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885" y="995045"/>
            <a:ext cx="2297430" cy="229743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Анализ арт-объектов</a:t>
            </a:r>
            <a:endParaRPr lang="ru-RU"/>
          </a:p>
        </p:txBody>
      </p:sp>
      <p:pic>
        <p:nvPicPr>
          <p:cNvPr id="7" name="Изображение 6" descr="Architecture-of-the-Siamese-ne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70" y="1713865"/>
            <a:ext cx="10309860" cy="383286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Прямоугольник 1"/>
          <p:cNvSpPr/>
          <p:nvPr/>
        </p:nvSpPr>
        <p:spPr>
          <a:xfrm>
            <a:off x="588024" y="3082326"/>
            <a:ext cx="112584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en-US" sz="1600">
                <a:solidFill>
                  <a:schemeClr val="bg1"/>
                </a:solidFill>
                <a:sym typeface="+mn-ea"/>
              </a:rPr>
              <a:t>Философский парадокс </a:t>
            </a:r>
            <a:endParaRPr lang="ru-RU" altLang="en-US" sz="1600">
              <a:solidFill>
                <a:schemeClr val="bg1"/>
              </a:solidFill>
              <a:sym typeface="+mn-ea"/>
            </a:endParaRPr>
          </a:p>
          <a:p>
            <a:r>
              <a:rPr lang="ru-RU" altLang="en-US" sz="1600">
                <a:solidFill>
                  <a:schemeClr val="bg1"/>
                </a:solidFill>
                <a:sym typeface="+mn-ea"/>
              </a:rPr>
              <a:t>Юридический вакуум </a:t>
            </a:r>
            <a:endParaRPr lang="ru-RU" altLang="en-US" sz="1600">
              <a:solidFill>
                <a:schemeClr val="bg1"/>
              </a:solidFill>
              <a:sym typeface="+mn-ea"/>
            </a:endParaRPr>
          </a:p>
          <a:p>
            <a:r>
              <a:rPr lang="ru-RU" altLang="en-US" sz="1600">
                <a:solidFill>
                  <a:schemeClr val="bg1"/>
                </a:solidFill>
                <a:sym typeface="+mn-ea"/>
              </a:rPr>
              <a:t>Обсеценивание творчества</a:t>
            </a:r>
            <a:endParaRPr lang="ru-RU" altLang="en-US" sz="16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+mn-ea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8278" y="2474853"/>
            <a:ext cx="4892372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cap="all" baseline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Особенности</a:t>
            </a:r>
            <a:endParaRPr lang="ru-RU" sz="2800" cap="all" baseline="0">
              <a:solidFill>
                <a:schemeClr val="bg1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9" name="Прямоугольник 8"/>
          <p:cNvSpPr/>
          <p:nvPr/>
        </p:nvSpPr>
        <p:spPr>
          <a:xfrm>
            <a:off x="354330" y="1659890"/>
            <a:ext cx="6034405" cy="3545205"/>
          </a:xfrm>
          <a:prstGeom prst="rect">
            <a:avLst/>
          </a:prstGeom>
          <a:solidFill>
            <a:srgbClr val="8FAADC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>
                <a:solidFill>
                  <a:srgbClr val="923826"/>
                </a:solidFill>
              </a:rPr>
              <a:t>Может ли ИИ создавать искусство?</a:t>
            </a:r>
            <a:endParaRPr lang="ru-RU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56260" y="1721485"/>
            <a:ext cx="53689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>
                <a:cs typeface="+mn-lt"/>
                <a:sym typeface="+mn-ea"/>
              </a:rPr>
              <a:t>-Нейросеть - это функция, а не личность</a:t>
            </a:r>
            <a:endParaRPr lang="ru-RU" b="1">
              <a:cs typeface="+mn-lt"/>
              <a:sym typeface="+mn-ea"/>
            </a:endParaRPr>
          </a:p>
          <a:p>
            <a:endParaRPr lang="ru-RU" b="1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ru-RU" b="1">
                <a:cs typeface="+mn-lt"/>
                <a:sym typeface="+mn-ea"/>
              </a:rPr>
              <a:t>-Нет опыта, боли, чувств - нет субъекта</a:t>
            </a:r>
            <a:endParaRPr lang="ru-RU" b="1">
              <a:cs typeface="+mn-lt"/>
              <a:sym typeface="+mn-ea"/>
            </a:endParaRPr>
          </a:p>
          <a:p>
            <a:br>
              <a:rPr lang="ru-RU" b="1">
                <a:cs typeface="+mn-lt"/>
                <a:sym typeface="+mn-ea"/>
              </a:rPr>
            </a:br>
            <a:r>
              <a:rPr lang="ru-RU" b="1">
                <a:cs typeface="+mn-lt"/>
                <a:sym typeface="+mn-ea"/>
              </a:rPr>
              <a:t>-Есть перлокутивная сила: зритель чувствует</a:t>
            </a:r>
            <a:endParaRPr lang="ru-RU" b="1">
              <a:cs typeface="+mn-lt"/>
              <a:sym typeface="+mn-ea"/>
            </a:endParaRPr>
          </a:p>
          <a:p>
            <a:endParaRPr lang="ru-RU" b="1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ru-RU" b="1">
                <a:cs typeface="+mn-lt"/>
                <a:sym typeface="+mn-ea"/>
              </a:rPr>
              <a:t>-Искусство без художника - форма без внутреннего опыта?</a:t>
            </a:r>
            <a:endParaRPr lang="ru-RU" b="1">
              <a:solidFill>
                <a:schemeClr val="tx1"/>
              </a:solidFill>
              <a:latin typeface="+mn-lt"/>
              <a:cs typeface="+mn-lt"/>
            </a:endParaRPr>
          </a:p>
          <a:p>
            <a:endParaRPr lang="ru-RU" altLang="en-US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825" y="439420"/>
            <a:ext cx="2948305" cy="3726180"/>
          </a:xfrm>
          <a:prstGeom prst="rect">
            <a:avLst/>
          </a:prstGeom>
        </p:spPr>
      </p:pic>
      <p:pic>
        <p:nvPicPr>
          <p:cNvPr id="10" name="Изображение 9"/>
          <p:cNvPicPr/>
          <p:nvPr/>
        </p:nvPicPr>
        <p:blipFill>
          <a:blip r:embed="rId3"/>
          <a:stretch>
            <a:fillRect/>
          </a:stretch>
        </p:blipFill>
        <p:spPr>
          <a:xfrm>
            <a:off x="7180580" y="4374515"/>
            <a:ext cx="3657600" cy="20574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9" name="Прямоугольник 8"/>
          <p:cNvSpPr/>
          <p:nvPr/>
        </p:nvSpPr>
        <p:spPr>
          <a:xfrm>
            <a:off x="354330" y="1940560"/>
            <a:ext cx="5570855" cy="3303905"/>
          </a:xfrm>
          <a:prstGeom prst="rect">
            <a:avLst/>
          </a:prstGeom>
          <a:solidFill>
            <a:srgbClr val="8FAADC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>
                <a:solidFill>
                  <a:srgbClr val="923826"/>
                </a:solidFill>
              </a:rPr>
              <a:t>Правовая неопределенность</a:t>
            </a:r>
            <a:endParaRPr lang="ru-RU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56260" y="2002155"/>
            <a:ext cx="536892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>
                <a:cs typeface="+mn-lt"/>
                <a:sym typeface="+mn-ea"/>
              </a:rPr>
              <a:t>-США 2026 - копирайт только для человека</a:t>
            </a:r>
            <a:endParaRPr lang="ru-RU" b="1">
              <a:cs typeface="+mn-lt"/>
              <a:sym typeface="+mn-ea"/>
            </a:endParaRPr>
          </a:p>
          <a:p>
            <a:endParaRPr lang="ru-RU" b="1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ru-RU" b="1">
                <a:cs typeface="+mn-lt"/>
                <a:sym typeface="+mn-ea"/>
              </a:rPr>
              <a:t>- Модель не хранит оригиналы, только статистику</a:t>
            </a:r>
            <a:endParaRPr lang="ru-RU" b="1">
              <a:cs typeface="+mn-lt"/>
              <a:sym typeface="+mn-ea"/>
            </a:endParaRPr>
          </a:p>
          <a:p>
            <a:br>
              <a:rPr lang="ru-RU" b="1">
                <a:cs typeface="+mn-lt"/>
                <a:sym typeface="+mn-ea"/>
              </a:rPr>
            </a:br>
            <a:r>
              <a:rPr lang="ru-RU" b="1">
                <a:cs typeface="+mn-lt"/>
                <a:sym typeface="+mn-ea"/>
              </a:rPr>
              <a:t>- Генерация «В стиле </a:t>
            </a:r>
            <a:r>
              <a:rPr lang="en-US" b="1">
                <a:cs typeface="+mn-lt"/>
                <a:sym typeface="+mn-ea"/>
              </a:rPr>
              <a:t>N</a:t>
            </a:r>
            <a:r>
              <a:rPr lang="ru-RU" b="1">
                <a:cs typeface="+mn-lt"/>
                <a:sym typeface="+mn-ea"/>
              </a:rPr>
              <a:t>»</a:t>
            </a:r>
            <a:r>
              <a:rPr lang="en-US" altLang="ru-RU" b="1">
                <a:cs typeface="+mn-lt"/>
                <a:sym typeface="+mn-ea"/>
              </a:rPr>
              <a:t> - </a:t>
            </a:r>
            <a:r>
              <a:rPr lang="ru-RU" altLang="ru-RU" b="1">
                <a:cs typeface="+mn-lt"/>
                <a:sym typeface="+mn-ea"/>
              </a:rPr>
              <a:t>иск от живого художника </a:t>
            </a:r>
            <a:r>
              <a:rPr lang="en-US" altLang="ru-RU" b="1">
                <a:cs typeface="+mn-lt"/>
                <a:sym typeface="+mn-ea"/>
              </a:rPr>
              <a:t>N</a:t>
            </a:r>
            <a:endParaRPr lang="ru-RU" b="1">
              <a:cs typeface="+mn-lt"/>
              <a:sym typeface="+mn-ea"/>
            </a:endParaRPr>
          </a:p>
          <a:p>
            <a:endParaRPr lang="ru-RU" b="1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ru-RU" b="1">
                <a:cs typeface="+mn-lt"/>
                <a:sym typeface="+mn-ea"/>
              </a:rPr>
              <a:t>Итог: ИИ-объект может стать ничьим</a:t>
            </a:r>
            <a:endParaRPr lang="ru-RU" b="1">
              <a:solidFill>
                <a:schemeClr val="tx1"/>
              </a:solidFill>
              <a:latin typeface="+mn-lt"/>
              <a:cs typeface="+mn-lt"/>
            </a:endParaRPr>
          </a:p>
          <a:p>
            <a:endParaRPr lang="ru-RU" altLang="en-US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745" y="2002155"/>
            <a:ext cx="5607050" cy="294386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9" name="Прямоугольник 8"/>
          <p:cNvSpPr/>
          <p:nvPr/>
        </p:nvSpPr>
        <p:spPr>
          <a:xfrm>
            <a:off x="354330" y="1940560"/>
            <a:ext cx="5570855" cy="3303905"/>
          </a:xfrm>
          <a:prstGeom prst="rect">
            <a:avLst/>
          </a:prstGeom>
          <a:solidFill>
            <a:srgbClr val="8FAADC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/>
              <a:t>Ценность творчества</a:t>
            </a:r>
            <a:endParaRPr lang="ru-RU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56260" y="2002155"/>
            <a:ext cx="536892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>
                <a:cs typeface="+mn-lt"/>
                <a:sym typeface="+mn-ea"/>
              </a:rPr>
              <a:t>- Демократизация: творить может каждый</a:t>
            </a:r>
            <a:endParaRPr lang="ru-RU" b="1">
              <a:cs typeface="+mn-lt"/>
              <a:sym typeface="+mn-ea"/>
            </a:endParaRPr>
          </a:p>
          <a:p>
            <a:endParaRPr lang="ru-RU" b="1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ru-RU" b="1">
                <a:cs typeface="+mn-lt"/>
                <a:sym typeface="+mn-ea"/>
              </a:rPr>
              <a:t>- Зачем платить, если генерирует машина?</a:t>
            </a:r>
            <a:endParaRPr lang="ru-RU" b="1">
              <a:cs typeface="+mn-lt"/>
              <a:sym typeface="+mn-ea"/>
            </a:endParaRPr>
          </a:p>
          <a:p>
            <a:br>
              <a:rPr lang="ru-RU" b="1">
                <a:cs typeface="+mn-lt"/>
                <a:sym typeface="+mn-ea"/>
              </a:rPr>
            </a:br>
            <a:r>
              <a:rPr lang="ru-RU" b="1">
                <a:cs typeface="+mn-lt"/>
                <a:sym typeface="+mn-ea"/>
              </a:rPr>
              <a:t>- ИИ не портит творческие профессии, а переопределяет</a:t>
            </a:r>
            <a:endParaRPr lang="ru-RU" b="1">
              <a:cs typeface="+mn-lt"/>
              <a:sym typeface="+mn-ea"/>
            </a:endParaRPr>
          </a:p>
          <a:p>
            <a:endParaRPr lang="ru-RU" b="1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ru-RU" b="1">
                <a:cs typeface="+mn-lt"/>
                <a:sym typeface="+mn-ea"/>
              </a:rPr>
              <a:t>Итог: Главный навык не рисовать, а задавать вопросы</a:t>
            </a:r>
            <a:endParaRPr lang="ru-RU" alt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430" y="2002155"/>
            <a:ext cx="5607685" cy="320421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Текст 1"/>
          <p:cNvSpPr txBox="1"/>
          <p:nvPr/>
        </p:nvSpPr>
        <p:spPr>
          <a:xfrm>
            <a:off x="8237763" y="1896979"/>
            <a:ext cx="3017779" cy="4905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ru-RU">
                <a:solidFill>
                  <a:schemeClr val="bg1"/>
                </a:solidFill>
              </a:rPr>
              <a:t>Галимов Тимур </a:t>
            </a:r>
            <a:endParaRPr lang="ru-RU">
              <a:solidFill>
                <a:schemeClr val="bg1"/>
              </a:solidFill>
            </a:endParaRPr>
          </a:p>
          <a:p>
            <a:pPr fontAlgn="base"/>
            <a:r>
              <a:rPr lang="en-US" altLang="ru-RU">
                <a:solidFill>
                  <a:schemeClr val="bg1"/>
                </a:solidFill>
              </a:rPr>
              <a:t>23</a:t>
            </a:r>
            <a:r>
              <a:rPr lang="ru-RU" altLang="en-US">
                <a:solidFill>
                  <a:schemeClr val="bg1"/>
                </a:solidFill>
              </a:rPr>
              <a:t>.Б05-пу</a:t>
            </a:r>
            <a:br>
              <a:rPr lang="ru-RU" b="1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ru-RU" b="1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i="1" u="sng">
                <a:solidFill>
                  <a:schemeClr val="bg1"/>
                </a:solidFill>
                <a:latin typeface="+mj-ea"/>
                <a:ea typeface="Open Sans" panose="020b0606030504020204" pitchFamily="34" charset="0"/>
                <a:cs typeface="+mj-ea"/>
              </a:rPr>
              <a:t>st117018</a:t>
            </a:r>
            <a:r>
              <a:rPr lang="en-US" sz="1400" i="1">
                <a:solidFill>
                  <a:schemeClr val="bg1"/>
                </a:solidFill>
                <a:latin typeface="+mj-lt"/>
                <a:hlinkClick r:id="rId2"/>
              </a:rPr>
              <a:t>@</a:t>
            </a:r>
            <a:r>
              <a:rPr lang="en-US" sz="1400" i="1" u="sng">
                <a:solidFill>
                  <a:schemeClr val="bg1"/>
                </a:solidFill>
                <a:latin typeface="+mj-lt"/>
              </a:rPr>
              <a:t>student.spbu.ru</a:t>
            </a:r>
            <a:endParaRPr lang="ru-RU" sz="1400" b="1" i="1" u="sng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ru-RU" u="sng"/>
          </a:p>
        </p:txBody>
      </p:sp>
      <p:pic>
        <p:nvPicPr>
          <p:cNvPr id="4" name="Изображение 3" descr="Фото"/>
          <p:cNvPicPr>
            <a:picLocks noChangeAspect="1"/>
          </p:cNvPicPr>
          <p:nvPr/>
        </p:nvPicPr>
        <p:blipFill>
          <a:blip r:embed="rId3"/>
          <a:srcRect l="741" t="4667" r="-741" b="20315"/>
          <a:stretch>
            <a:fillRect/>
          </a:stretch>
        </p:blipFill>
        <p:spPr>
          <a:xfrm>
            <a:off x="6737350" y="1896745"/>
            <a:ext cx="1189990" cy="1189990"/>
          </a:xfrm>
          <a:prstGeom prst="ellipse">
            <a:avLst/>
          </a:prstGeom>
        </p:spPr>
      </p:pic>
      <p:sp>
        <p:nvSpPr>
          <p:cNvPr id="5" name="Замещающий текст 4"/>
          <p:cNvSpPr/>
          <p:nvPr>
            <p:ph type="body" sz="quarter" idx="10"/>
          </p:nvPr>
        </p:nvSpPr>
        <p:spPr>
          <a:xfrm>
            <a:off x="535685" y="3183597"/>
            <a:ext cx="5108575" cy="490537"/>
          </a:xfrm>
        </p:spPr>
        <p:txBody>
          <a:bodyPr/>
          <a:lstStyle/>
          <a:p>
            <a:r>
              <a:rPr lang="ru-RU" altLang="en-US" sz="3600"/>
              <a:t>Спасибо за внимание!</a:t>
            </a:r>
            <a:endParaRPr lang="ru-RU" altLang="en-US" sz="3600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10.0.14393.0"/>
  <p:tag name="AS_RELEASE_DATE" val="2019.12.14"/>
  <p:tag name="AS_TITLE" val="Aspose.Slides for .NET 4.0 Client Profile"/>
  <p:tag name="AS_VERSION" val="19.12"/>
</p:tagLst>
</file>

<file path=ppt/theme/theme1.xml><?xml version="1.0" encoding="utf-8"?>
<a:theme xmlns:r="http://schemas.openxmlformats.org/officeDocument/2006/relationships" xmlns:a="http://schemas.openxmlformats.org/drawingml/2006/main" name="Тема Office">
  <a:themeElements>
    <a:clrScheme name="СПбГУ">
      <a:dk1>
        <a:srgbClr val="181818"/>
      </a:dk1>
      <a:lt1>
        <a:sysClr val="window" lastClr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СПбГУ">
      <a:majorFont>
        <a:latin typeface="Open Sans Extrabold"/>
        <a:ea typeface="Arial"/>
        <a:cs typeface="Arial"/>
      </a:majorFont>
      <a:minorFont>
        <a:latin typeface="Open Sans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2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3.xml" /></Relationships>
</file>

<file path=customXml/_rels/item3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4.xml" /></Relationships>
</file>

<file path=customXml/_rels/item4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5.xml" /></Relationships>
</file>

<file path=customXml/item1.xml><?xml version="1.0" encoding="utf-8"?>
<s:customData xmlns="http://www.wps.cn/officeDocument/2013/wpsCustomData" xmlns:s="http://www.wps.cn/officeDocument/2013/wpsCustomData">
  <extobjs>
    <extobj name="2384804F-3998-4D57-9195-F3826E402611-1">
      <extobjdata type="2384804F-3998-4D57-9195-F3826E402611" data="ewoJIkltZ1NldHRpbmdKc29uIiA6ICJ7XCJoZWlnaHRcIjoyNi43ODU3MTQyODU3MTQyODUsXCJ3aWR0aFwiOjQzNS43MTQyODU3MTQyODU2N30iLAoJIkxhdGV4IiA6ICJcXG1pbl9HIFxcbWF4X0QgXFw7IFxcbWF0aGJie0V9X3t4IFxcc2ltIHBfe1xcdGV4dHtkYXRhfX0oeCl9W1xcbG9nIEQoeCldICsgXFxtYXRoYmJ7RX1fe3ogXFxzaW0gcF96KHopfVtcXGxvZygxIC0gRChHKHopKSldIiwKCSJMYXRleEltZ0Jhc2U2NCIgOiAiUEhOMlp5QjRiV3h1Y3owaWFIUjBjRG92TDNkM2R5NTNNeTV2Y21jdk1qQXdNQzl6ZG1jaUlIZHBaSFJvUFNJMU5TNDVNRGRsZUNJZ2FHVnBaMmgwUFNJekxqUTJOR1Y0SWlCeWIyeGxQU0pwYldjaUlHWnZZM1Z6WVdKc1pUMGlabUZzYzJVaUlIWnBaWGRDYjNnOUlqQWdMVGMxTUNBeU5EY3hNQzQzSURFMU16RXVNU0lnZUcxc2JuTTZlR3hwYm1zOUltaDBkSEE2THk5M2QzY3Vkek11YjNKbkx6RTVPVGt2ZUd4cGJtc2lJR0Z5YVdFdGFHbGtaR1Z1UFNKMGNuVmxJaUJ6ZEhsc1pUMGlkbVZ5ZEdsallXd3RZV3hwWjI0NklDMHhMamMyTjJWNE95QnRZWGd0ZDJsa2RHZzZJRGs0SlRzaVBqeGtaV1p6UGp4d1lYUm9JR2xrUFNKTlNsZ3RNaTFVUlZndFRpMDJSQ0lnWkQwaVRUUXhJRFEyU0RVMVVUazBJRFEySURFd01pQTJNRlkyT0ZFeE1ESWdOemNnTVRBeUlEa3hWREV3TWlBeE1qSlVNVEF6SURFMk1WUXhNRE1nTWpBelVURXdNeUF5TXpRZ01UQXpJREkyT1ZReE1ESWdNekk0VmpNMU1WRTVPU0F6TnpBZ09EZ2dNemMyVkRReklETTROVWd5TlZZME1EaFJNalVnTkRNeElESTNJRFF6TVV3ek55QTBNekpSTkRjZ05ETXpJRFkxSURRek5GUXhNRElnTkRNMlVURXhPU0EwTXpjZ01UTTRJRFF6T0ZReE5qY2dORFF4VkRFM09DQTBOREpJTVRneFZqUXdNbEV4T0RFZ016WTBJREU0TWlBek5qUlVNVGczSURNMk9WUXhPVGtnTXpnMFZESXhPQ0EwTURKVU1qUTNJRFF5TVZReU9EVWdORE0zVVRNd05TQTBORElnTXpNMklEUTBNbEV6TlRFZ05EUXlJRE0yTkNBME5EQlVNemczSURRek5GUTBNRFlnTkRJMlZEUXlNU0EwTVRkVU5ETXlJRFF3TmxRME5ERWdNemsxVkRRME9DQXpPRFJVTkRVeUlETTNORlEwTlRVZ016WTJURFExTnlBek5qRk1ORFl3SURNMk5WRTBOak1nTXpZNUlEUTJOaUF6TnpOVU5EYzFJRE00TkZRME9EZ2dNemszVkRVd015QTBNVEJVTlRJeklEUXlNbFExTkRZZ05ETXlWRFUzTWlBME16bFVOakF6SURRME1sRTNNamtnTkRReUlEYzBNQ0F6TWpsUk56UXhJRE15TWlBM05ERWdNVGt3VmpFd05GRTNOREVnTmpZZ056UXpJRFU1VkRjMU5DQTBPVkUzTnpVZ05EWWdPREF6SURRMlNEZ3hPVll3U0RneE1VdzNPRGdnTVZFM05qUWdNaUEzTXpjZ01sUTJPVGtnTTFFMU9UWWdNeUExT0RjZ01FZzFOemxXTkRaSU5UazFVVFkxTmlBME5pQTJOVFlnTmpKUk5qVTNJRFkwSURZMU55QXlNREJSTmpVMklETXpOU0EyTlRVZ016UXpVVFkwT1NBek56RWdOak0xSURNNE5WUTJNVEVnTkRBeVZEVTROU0EwTURSUk5UUXdJRFF3TkNBMU1EWWdNemN3VVRRM09TQXpORE1nTkRjeUlETXhOVlEwTmpRZ01qTXlWakUyT0ZZeE1EaFJORFkwSURjNElEUTJOU0EyT0ZRME5qZ2dOVFZVTkRjM0lEUTVVVFE1T0NBME5pQTFNallnTkRaSU5UUXlWakJJTlRNMFREVXhNQ0F4VVRRNE55QXlJRFEyTUNBeVZEUXlNaUF6VVRNeE9TQXpJRE14TUNBd1NETXdNbFkwTmtnek1UaFJNemM1SURRMklETTNPU0EyTWxFek9EQWdOalFnTXpnd0lESXdNRkV6TnprZ016TTFJRE0zT0NBek5ETlJNemN5SURNM01TQXpOVGdnTXpnMVZETXpOQ0EwTURKVU16QTRJRFF3TkZFeU5qTWdOREEwSURJeU9TQXpOekJSTWpBeUlETTBNeUF4T1RVZ016RTFWREU0TnlBeU16SldNVFk0VmpFd09GRXhPRGNnTnpnZ01UZzRJRFk0VkRFNU1TQTFOVlF5TURBZ05EbFJNakl4SURRMklESTBPU0EwTmtneU5qVldNRWd5TlRkTU1qTTBJREZSTWpFd0lESWdNVGd6SURKVU1UUTFJRE5STkRJZ015QXpNeUF3U0RJMVZqUTJTRFF4V2lJdlBqeHdZWFJvSUdsa1BTSk5TbGd0TWkxVVJWZ3RUaTAyT1NJZ1pEMGlUVFk1SURZd09WRTJPU0EyTXpjZ09EY2dOalV6VkRFek1TQTJOamxSTVRVMElEWTJOeUF4TnpFZ05qVXlWREU0T0NBMk1EbFJNVGc0SURVM09TQXhOekVnTlRZMFZERXlPU0ExTkRsUk1UQTBJRFUwT1NBNE55QTFOalJVTmprZ05qQTVXazB5TkRjZ01GRXlNeklnTXlBeE5ETWdNMUV4TXpJZ015QXhNRFlnTTFRMU5pQXhURE0wSURCSU1qWldORFpJTkRKUk56QWdORFlnT1RFZ05EbFJNVEF3SURVeklERXdNaUEyTUZReE1EUWdNVEF5VmpJd05WWXlPVE5STVRBMElETTBOU0F4TURJZ016VTVWRGc0SURNM09GRTNOQ0F6T0RVZ05ERWdNemcxU0RNd1ZqUXdPRkV6TUNBME16RWdNeklnTkRNeFREUXlJRFF6TWxFMU1pQTBNek1nTnpBZ05ETTBWREV3TmlBME16WlJNVEl6SURRek55QXhORElnTkRNNFZERTNNU0EwTkRGVU1UZ3lJRFEwTWtneE9EVldOakpSTVRrd0lEVXlJREU1TnlBMU1GUXlNeklnTkRaSU1qVTFWakJJTWpRM1dpSXZQanh3WVhSb0lHbGtQU0pOU2xndE1pMVVSVmd0VGkwMlJTSWdaRDBpVFRReElEUTJTRFUxVVRrMElEUTJJREV3TWlBMk1GWTJPRkV4TURJZ056Y2dNVEF5SURreFZERXdNaUF4TWpKVU1UQXpJREUyTVZReE1ETWdNakF6VVRFd015QXlNelFnTVRBeklESTJPVlF4TURJZ016STRWak0xTVZFNU9TQXpOekFnT0RnZ016YzJWRFF6SURNNE5VZ3lOVlkwTURoUk1qVWdORE14SURJM0lEUXpNVXd6TnlBME16SlJORGNnTkRNeklEWTFJRFF6TkZReE1ESWdORE0yVVRFeE9TQTBNemNnTVRNNElEUXpPRlF4TmpjZ05EUXhWREUzT0NBME5ESklNVGd4VmpRd01sRXhPREVnTXpZMElERTRNaUF6TmpSVU1UZzNJRE0yT1ZReE9Ua2dNemcwVkRJeE9DQTBNREpVTWpRM0lEUXlNVlF5T0RVZ05ETTNVVE13TlNBME5ESWdNek0ySURRME1sRTBOVEFnTkRNNElEUTJNeUF6TWpsUk5EWTBJRE15TWlBME5qUWdNVGt3VmpFd05GRTBOalFnTmpZZ05EWTJJRFU1VkRRM055QTBPVkUwT1RnZ05EWWdOVEkySURRMlNEVTBNbFl3U0RVek5FdzFNVEFnTVZFME9EY2dNaUEwTmpBZ01sUTBNaklnTTFFek1Ua2dNeUF6TVRBZ01FZ3pNREpXTkRaSU16RTRVVE0zT1NBME5pQXpOemtnTmpKUk16Z3dJRFkwSURNNE1DQXlNREJSTXpjNUlETXpOU0F6TnpnZ016UXpVVE0zTWlBek56RWdNelU0SURNNE5WUXpNelFnTkRBeVZETXdPQ0EwTURSUk1qWXpJRFF3TkNBeU1qa2dNemN3VVRJd01pQXpORE1nTVRrMUlETXhOVlF4T0RjZ01qTXlWakUyT0ZZeE1EaFJNVGczSURjNElERTRPQ0EyT0ZReE9URWdOVFZVTWpBd0lEUTVVVEl5TVNBME5pQXlORGtnTkRaSU1qWTFWakJJTWpVM1RESXpOQ0F4VVRJeE1DQXlJREU0TXlBeVZERTBOU0F6VVRReUlETWdNek1nTUVneU5WWTBOa2cwTVZvaUx6NDhjR0YwYUNCcFpEMGlUVXBZTFRJdFZFVllMVWt0TVVRME0wRWlJR1E5SWswMU1DQXlOVEpSTlRBZ016WTNJREV4TnlBME56TlVNamcySURZME1WUTBPVEFnTnpBMFVUVTRNQ0EzTURRZ05qTXpJRFkxTTFFMk5ESWdOalF6SURZME9DQTJNelpVTmpVMklEWXlOa3cyTlRjZ05qSXpVVFkyTUNBMk1qTWdOamcwSURZME9WRTJPVEVnTmpVMUlEWTVPU0EyTmpOVU56RTFJRFkzT1ZRM01qVWdOamt3VERjME1DQTNNRFZJTnpRMlVUYzJNQ0EzTURVZ056WXdJRFk1T0ZFM05qQWdOamswSURjeU9DQTFOakZSTmpreUlEUXlNaUEyT1RJZ05ESXhVVFk1TUNBME1UWWdOamczSURReE5WUTJOamtnTkRFelNEWTFNMUUyTkRjZ05ERTVJRFkwTnlBME1qSlJOalEzSURReU15QTJORGdnTkRJNVZEWTFNQ0EwTkRsVU5qVXhJRFE0TVZFMk5URWdOVFV5SURZeE9TQTJNRFZVTlRFd0lEWTFPVkUwT1RJZ05qVTVJRFEzTVNBMk5UWlVOREU0SURZME0xUXpOVGNnTmpFMVZESTVOQ0ExTmpkVU1qTTJJRFE1TmxReE9Ea2dNemswVkRFMU9DQXlOakJSTVRVMklESTBNaUF4TlRZZ01qSXhVVEUxTmlBeE56TWdNVGN3SURFek5sUXlNRFlnTnpsVU1qVTJJRFExVkRNd09DQXlPRlF6TlRNZ01qUlJOREEzSURJMElEUTFNaUEwTjFRMU1UUWdNVEEyVVRVeE55QXhNVFFnTlRJNUlERTJNVlExTkRFZ01qRTBVVFUwTVNBeU1qSWdOVEk0SURJeU5GUTBOamdnTWpJM1NEUXpNVkUwTWpVZ01qTXpJRFF5TlNBeU16VlVOREkzSURJMU5GRTBNekVnTWpZM0lEUXpOeUF5TnpOSU5EVTBVVFE1TkNBeU56RWdOVGswSURJM01WRTJNelFnTWpjeElEWTFPU0F5TnpGVU5qazFJREkzTWxRM01EY2dNamN5VVRjeU1TQXlOeklnTnpJeElESTJNMUUzTWpFZ01qWXhJRGN4T1NBeU5EbFJOekUwSURJek1DQTNNRGtnTWpJNFVUY3dOaUF5TWpjZ05qazBJREl5TjFFMk56UWdNakkzSURZMU15QXlNalJSTmpRMklESXlNU0EyTkRNZ01qRTFWRFl5T1NBeE5qUlJOakl3SURFek1TQTJNVFFnTVRBNFVUVTRPU0EySURVNE5pQXpVVFU0TkNBeElEVTRNU0F4VVRVM01TQXhJRFUxTXlBeU1WUTFNekFnTlRKUk5UTXdJRFV6SURVeU9DQTFNbFExTWpJZ05EZFJORFE0SUMweU1pQXpNaklnTFRJeVVUSXdNU0F0TWpJZ01USTJJRFUxVkRVd0lESTFNbG9pTHo0OGNHRjBhQ0JwWkQwaVRVcFlMVEl0VkVWWUxVNHROakVpSUdROUlrMHhNemNnTXpBMVZERXhOU0F6TURWVU56Z2dNekl3VkRZeklETTFPVkUyTXlBek9UUWdPVGNnTkRJeFZESXhPQ0EwTkRoUk1qa3hJRFEwT0NBek16WWdOREUyVkRNNU5pQXpOREJSTkRBeElETXlOaUEwTURFZ016QTVWRFF3TWlBeE9UUldNVEkwVVRRd01pQTNOaUEwTURjZ05UaFVOREk0SURRd1VUUTBNeUEwTUNBME5EZ2dOVFpVTkRVeklERXdPVll4TkRWSU5Ea3pWakV3TmxFME9USWdOallnTkRrd0lEVTVVVFE0TVNBeU9TQTBOVFVnTVRKVU5EQXdJQzAyVkRNMU15QXhNbFF6TWprZ05UUldOVGhNTXpJM0lEVTFVVE15TlNBMU1pQXpNaklnTkRsVU16RTBJRFF3VkRNd01pQXlPVlF5T0RjZ01UZFVNalk1SURaVU1qUTNJQzB5VkRJeU1TQXRPRlF4T1RBZ0xURXhVVEV6TUNBdE1URWdPRElnTWpCVU16UWdNVEEzVVRNMElERXlPQ0EwTVNBeE5EZFVOamdnTVRnNFZERXhOaUF5TWpWVU1UazBJREkxTTFRek1EUWdNalk0U0RNeE9GWXlPVEJSTXpFNElETXlOQ0F6TVRJZ016UXdVVEk1TUNBME1URWdNakUxSURReE1WRXhPVGNnTkRFeElERTRNU0EwTVRCVU1UVTJJRFF3TmxReE5EZ2dOREF6VVRFM01DQXpPRGdnTVRjd0lETTFPVkV4TnpBZ016TTBJREUxTkNBek1qQmFUVEV5TmlBeE1EWlJNVEkySURjMUlERTFNQ0ExTVZReU1Ea2dNalpSTWpRM0lESTJJREkzTmlBME9WUXpNVFVnTVRBNVVUTXhOeUF4TVRZZ016RTRJREUzTlZFek1UZ2dNak16SURNeE55QXlNek5STXpBNUlESXpNeUF5T1RZZ01qTXlWREkxTVNBeU1qTlVNVGt6SURJd00xUXhORGNnTVRZMlZERXlOaUF4TURaYUlpOCtQSEJoZEdnZ2FXUTlJazFLV0MweUxWUkZXQzFPTFRjNElpQmtQU0pOTWpBeElEQlJNVGc1SURNZ01UQXlJRE5STWpZZ015QXhOeUF3U0RFeFZqUTJTREkxVVRRNElEUTNJRFkzSURVeVZEazJJRFl4VkRFeU1TQTNPRlF4TXprZ09UWlVNVFl3SURFeU1sUXhPREFnTVRVd1RESXlOaUF5TVRCTU1UWTRJREk0T0ZFeE5Ua2dNekF4SURFME9TQXpNVFZVTVRNeklETXpObFF4TWpJZ016VXhWREV4TXlBek5qTlVNVEEzSURNM01GUXhNREFnTXpjMlZEazBJRE0zT1ZRNE9DQXpPREZVT0RBZ016Z3pVVGMwSURNNE15QTBOQ0F6T0RWSU1UWldORE14U0RJelVUVTVJRFF5T1NBeE1qWWdOREk1VVRJeE9TQTBNamtnTWpJNUlEUXpNVWd5TXpkV016ZzFVVEl3TVNBek9ERWdNakF4SURNMk9WRXlNREVnTXpZM0lESXhNU0F6TlROVU1qTTVJRE14TlZReU5qZ2dNamMwVERJM01pQXlOekJNTWprM0lETXdORkV6TWprZ016UTFJRE15T1NBek5UaFJNekk1SURNMk5DQXpNamNnTXpZNVZETXlNaUF6TnpaVU16RTNJRE00TUZRek1UQWdNemcwVERNd055QXpPRFZJTXpBeVZqUXpNVWd6TURsUk16STBJRFF5T0NBME1EZ2dOREk0VVRRNE55QTBNamdnTkRreklEUXpNVWcwT1RsV016ZzFTRFE1TWxFME5ETWdNemcxSURReE1TQXpOamhSTXprMElETTJNQ0F6TnpjZ016UXhWRE14TWlBeU5UZE1NamsySURJek5rd3pOVGdnTVRVeFVUUXlOQ0EyTVNBME1qa2dOVGRVTkRRMklEVXdVVFEyTkNBME5pQTBPVGtnTkRaSU5URTJWakJJTlRFd1NEVXdNbEUwT1RRZ01TQTBPRElnTVZRME5UY2dNbFEwTXpJZ01sUTBNVFFnTTFFME1ETWdNeUF6TnpjZ00xUXpNamNnTVV3ek1EUWdNRWd5T1RWV05EWklNams0VVRNd09TQTBOaUF6TWpBZ05URlVNek14SURZelVUTXpNU0EyTlNBeU9URWdNVEl3VERJMU1DQXhOelZSTWpRNUlERTNOQ0F5TVRrZ01UTXpWREU0TlNBNE9GRXhPREVnT0RNZ01UZ3hJRGMwVVRFNE1TQTJNeUF4T0RnZ05UVlVNakEySURRMlVUSXdPQ0EwTmlBeU1EZ2dNak5XTUVneU1ERmFJaTgrUEhCaGRHZ2dhV1E5SWsxS1dDMHlMVlJGV0MxSkxURkVORE0zSWlCa1BTSk5NamczSURZeU9GRXlPRGNnTmpNMUlESXpNQ0EyTXpkUk1qQTNJRFl6TnlBeU1EQWdOak00VkRFNU15QTJORGRSTVRreklEWTFOU0F4T1RjZ05qWTNWREl3TkNBMk9ESlJNakEySURZNE15QTBNRE1nTmpnelVUVTNNQ0EyT0RJZ05Ua3dJRFk0TWxRMk16QWdOamMyVVRjd01pQTJOVGtnTnpVeUlEVTVOMVE0TURNZ05ETXhVVGd3TXlBeU56VWdOamsySURFMU1WUTBORFFnTTB3ME16QWdNVXd5TXpZZ01FZ3hNalZJTnpKUk5EZ2dNQ0EwTVNBeVZETXpJREV4VVRNeklERXpJRE0ySURJMVVUUXdJRFF4SURRMElEUXpWRFkzSURRMlVUazBJRFEySURFeU55QTBPVkV4TkRFZ05USWdNVFEySURZeFVURTBPU0EyTlNBeU1UZ2dNek01VkRJNE55QTJNamhhVFRjd015QTBOamxSTnpBeklEVXdOeUEyT1RJZ05UTTNWRFkyTmlBMU9EUlVOakk1SURZeE0xUTFPVEFnTmpJNVZEVTFOU0EyTXpaUk5UVXpJRFl6TmlBMU5ERWdOak0yVkRVeE1pQTJNelpVTkRjNUlEWXpOMGcwTXpaUk16a3lJRFl6TnlBek9EWWdOakkzVVRNNE5DQTJNak1nTXpFeklETXpPVlF5TkRJZ05USlJNalF5SURRNElESTFNeUEwT0ZRek16QWdORGRSTXpNMUlEUTNJRE0wT1NBME4xUXpOek1nTkRaUk5EazVJRFEySURVNE1TQXhNamhSTmpFM0lERTJOQ0EyTkRBZ01qRXlWRFk0TXlBek16bFVOekF6SURRMk9Wb2lMejQ4Y0dGMGFDQnBaRDBpVFVwWUxUSXRWRVZZTFVRdE1VUTFNME1pSUdROUlrMHhNaUEyTmpaUk1USWdOamMxSURJMElEWTRNMGcxT0RKUk5Ua3dJRFk0TUNBMU9UTWdOamN5VmpVNE9GRTFPVE1nTlRFMElEVTVNU0ExTURKVU5UYzFJRFE1TUZFMU5qY2dORGt3SURVMk15QTBPVFZVTlRVMUlEVXhOMUUxTlRJZ05UVTJJRFV4TnlBMU9UQlJORGcySURZeU15QTBORFVnTmpNMFZETTBNQ0EyTkRoSU1qZ3lVVEkyTmlBMk16WWdNalkwSURZeU1GUXlOakFnTkRreVZqTTNNRWd5TnpkUk16STVJRE0zTlNBek5UZ2dNemt4VkRRd05DQTBNemxSTkRJd0lEUTRNQ0EwTWpBZ05UQTJVVFF5TUNBMU1qa2dORE0ySURVeU9WRTBORFVnTlRJNUlEUTFNU0ExTWpGUk5EVTFJRFV4TnlBME5UVWdNell4VVRRMU5TQXpNek1nTkRVMUlESTVPRlEwTlRZZ01qVXpVVFExTmlBeU1UY2dORFV6SURJd04xUTBNemNnTVRrM1VUUXlNQ0F4T1RZZ05ESXdJREl4TjFFME1qQWdNalF3SURRd05pQXlOekJSTXpjM0lETXlPQ0F5T0RRZ016TTFTREkyTUZZeU1ERlJNall4SURFM05DQXlOakVnTVRNMFVUSTJNaUEzTXlBeU5qUWdOakZVTWpjNElETTRVVEk0TVNBek5pQXlPRElnTXpWSU16TXhVVFF3TUNBek5TQTBORGtnTlRCUk5UY3hJRGt6SURZd01pQXhOemxSTmpBMUlESXdNeUEyTWpJZ01qQXpVVFl5T1NBeU1ETWdOak0wSURFNU4xUTJOREFnTVRnelVUWXpPQ0F4T0RFZ05qSTBJRGsxVkRZd05DQXpURFl3TUNBdE1VZ3lORkV4TWlBMUlERXlJREUyVVRFeUlETTFJRFV4SURNMVVUa3lJRE00SURrM0lEVXlVVEV3TWlBMk1DQXhNRElnTXpReFZEazNJRFl6TWxFNU1TQTJORFVnTlRFZ05qUTRVVEV5SURZME9DQXhNaUEyTmpaYVRURXpOeUF6TkRGUk1UTTNJREV6TVNBeE16WWdPRGxVTVRNd0lETTNVVEV5T1NBek5pQXhNamtnTXpWSU1qTTFVVEl6TXlBME1TQXlNekVnTkRoTU1qSTJJRFl4VmpZeU0wd3lNekVnTmpNMVRESXpOU0EyTkRoSU1USTVVVEV6TWlBMk5ERWdNVE16SURZek9GUXhNelVnTmpBelZERXpOeUExTVRkVU1UTTNJRE0wTVZwTk5UVTNJRFl3TTFZMk5EaElOVEEwVVRVd05DQTJORFlnTlRFMUlEWXpPVkUxTWpjZ05qTTBJRFUwTWlBMk1UbE1OVFUzSURZd00xcE5OREl3SURNeE4xWXpPVGRNTkRBMklETTRNMUV6T1RRZ016Y3dJRE00TUNBek5qTk1NelkySURNMU5WRXpOek1nTXpVd0lETTRNaUF6TkRaUk5EQXdJRE16TXlBME1Ea2dNekk0VERReU1DQXpNVGRhVFRVNE1pQTJNVXcxT0RZZ09EaFJOVGcxSURnNElEVTRNaUE0TTFFMU5UY2dOakVnTlRJMklEUTJURFV4TVNBek4wdzFORElnTXpWSU5UYzNVVFUzTnlBek5pQTFOemdnTXpsVU5UZ3dJRFE1VkRVNE1pQTJNVm9pTHo0OGNHRjBhQ0JwWkQwaVRVcFlMVEl0VkVWWUxVa3RNVVEwTmpVaUlHUTlJazAxTWlBeU9EbFJOVGtnTXpNeElERXdOaUF6T0RaVU1qSXlJRFEwTWxFeU5UY2dORFF5SURJNE5pQTBNalJVTXpJNUlETTNPVkV6TnpFZ05EUXlJRFF6TUNBME5ESlJORFkzSURRME1pQTBPVFFnTkRJd1ZEVXlNaUF6TmpGUk5USXlJRE16TWlBMU1EZ2dNekUwVkRRNE1TQXlPVEpVTkRVNElESTRPRkUwTXprZ01qZzRJRFF5TnlBeU9UbFVOREUxSURNeU9GRTBNVFVnTXpjMElEUTJOU0F6T1RGUk5EVTBJRFF3TkNBME1qVWdOREEwVVRReE1pQTBNRFFnTkRBMklEUXdNbEV6TmpnZ016ZzJJRE0xTUNBek16WlJNamt3SURFeE5TQXlPVEFnTnpoUk1qa3dJRFV3SURNd05pQXpPRlF6TkRFZ01qWlJNemM0SURJMklEUXhOQ0ExT1ZRME5qTWdNVFF3VVRRMk5pQXhOVEFnTkRZNUlERTFNVlEwT0RVZ01UVXpTRFE0T1ZFMU1EUWdNVFV6SURVd05DQXhORFZSTlRBMElERTBOQ0ExTURJZ01UTTBVVFE0TmlBM055QTBOREFnTXpOVU16TXpJQzB4TVZFeU5qTWdMVEV4SURJeU55QTFNbEV4T0RZZ0xURXdJREV6TXlBdE1UQklNVEkzVVRjNElDMHhNQ0ExTnlBeE5sUXpOU0EzTVZFek5TQXhNRE1nTlRRZ01USXpWRGs1SURFME0xRXhORElnTVRReklERTBNaUF4TURGUk1UUXlJRGd4SURFek1DQTJObFF4TURjZ05EWlVPVFFnTkRGTU9URWdOREJST1RFZ016a2dPVGNnTXpaVU1URXpJREk1VkRFek1pQXlObEV4TmpnZ01qWWdNVGswSURjeFVUSXdNeUE0TnlBeU1UY2dNVE01VkRJME5TQXlORGRVTWpZeElETXhNMUV5TmpZZ016UXdJREkyTmlBek5USlJNalkySURNNE1DQXlOVEVnTXpreVZESXhOeUEwTURSUk1UYzNJRFF3TkNBeE5ESWdNemN5VkRreklESTVNRkU1TVNBeU9ERWdPRGdnTWpnd1ZEY3lJREkzT0VnMU9GRTFNaUF5T0RRZ05USWdNamc1V2lJdlBqeHdZWFJvSUdsa1BTSk5TbGd0TWkxVVJWZ3RUaTB5TWpORElpQmtQU0pOTlRVZ01UWTJVVFUxSURJME1TQXhNREVnTXpBMFZESXlNaUF6TmpkUk1qWXdJRE0yTnlBeU9UWWdNelE1VkRNMk1pQXpNRFJVTkRJeElESTFNbFEwT0RRZ01qQTRWRFUxTkNBeE9EbFJOakUySURFNE9TQTJOVFVnTWpNMlZEWTVOQ0F6TXpoUk5qazBJRE0xTUNBMk9UZ2dNelU0VkRjd09DQXpOamRSTnpJeUlETTJOeUEzTWpJZ016TTBVVGN5TWlBeU5qQWdOamMzSURFNU4xUTFOaklnTVRNMFNEVTFORkUxTVRjZ01UTTBJRFE0TVNBeE5USlVOREUwSURFNU5sUXpOVFVnTWpRNFZESTVNaUF5T1ROVU1qSXpJRE14TVZFeE56a2dNekV4SURFME5TQXlPRFpSTVRBNUlESTFOeUE1TmlBeU1UaFVPREFnTVRVMlZEWTVJREV6TTFFMU5TQXhNek1nTlRVZ01UWTJXaUl2UGp4d1lYUm9JR2xrUFNKTlNsZ3RNaTFVUlZndFNTMHhSRFExUkNJZ1pEMGlUVEl6SURJNE4xRXlOQ0F5T1RBZ01qVWdNamsxVkRNd0lETXhOMVEwTUNBek5EaFVOVFVnTXpneFZEYzFJRFF4TVZReE1ERWdORE16VkRFek5DQTBOREpSTWpBNUlEUTBNaUF5TXpBZ016YzRUREkwTUNBek9EZFJNekF5SURRME1pQXpOVGdnTkRReVVUUXlNeUEwTkRJZ05EWXdJRE01TlZRME9UY2dNamd4VVRRNU55QXhOek1nTkRJeElEZ3lWREkwT1NBdE1UQlJNakkzSUMweE1DQXlNVEFnTFRSUk1UazVJREVnTVRnM0lERXhWREUyT0NBeU9Fd3hOakVnTXpaUk1UWXdJRE0xSURFek9TQXROVEZVTVRFNElDMHhNemhSTVRFNElDMHhORFFnTVRJMklDMHhORFZVTVRZeklDMHhORGhJTVRnNFVURTVOQ0F0TVRVMUlERTVOQ0F0TVRVM1ZERTVNU0F0TVRjMVVURTRPQ0F0TVRnM0lERTROU0F0TVRrd1ZERTNNaUF0TVRrMFVURTNNQ0F0TVRrMElERTJNU0F0TVRrMFZERXlOeUF0TVRrelZEWTFJQzB4T1RKUkxUVWdMVEU1TWlBdE1qUWdMVEU1TkVndE16SlJMVE01SUMweE9EY2dMVE01SUMweE9ETlJMVE0zSUMweE5UWWdMVEkySUMweE5EaElMVFpSTWpnZ0xURTBOeUF6TXlBdE1UTTJVVE0ySUMweE16QWdPVFFnTVRBelZERTFOU0F6TlRCUk1UVTJJRE0xTlNBeE5UWWdNelkwVVRFMU5pQTBNRFVnTVRNeElEUXdOVkV4TURrZ05EQTFJRGswSURNM04xUTNNU0F6TVRaVU5Ua2dNamd3VVRVM0lESTNPQ0EwTXlBeU56aElNamxSTWpNZ01qZzBJREl6SURJNE4xcE5NVGM0SURFd01sRXlNREFnTWpZZ01qVXlJREkyVVRJNE1pQXlOaUF6TVRBZ05EbFVNelUySURFd04xRXpOelFnTVRReElETTVNaUF5TVRWVU5ERXhJRE15TlZZek16RlJOREV4SURRd05TQXpOVEFnTkRBMVVUTXpPU0EwTURVZ016STRJRFF3TWxRek1EWWdNemt6VkRJNE5pQXpPREJVTWpZNUlETTJOVlF5TlRRZ016VXdWREkwTXlBek16WlVNak0xSURNeU5rd3lNeklnTXpJeVVUSXpNaUF6TWpFZ01qSTVJRE13T0ZReU1UZ2dNalkwVkRJd05DQXlNVEpSTVRjNElERXdOaUF4TnpnZ01UQXlXaUl2UGp4d1lYUm9JR2xrUFNKTlNsZ3RNaTFVUlZndFRpMDJOQ0lnWkQwaVRUTTNOaUEwT1RWUk16YzJJRFV4TVNBek56WWdOVE0xVkRNM055QTFOamhSTXpjM0lEWXhNeUF6TmpjZ05qSTBWRE14TmlBMk16ZElNams0VmpZMk1GRXlPVGdnTmpneklETXdNQ0EyT0ROTU16RXdJRFk0TkZFek1qQWdOamcxSURNek9TQTJPRFpVTXpjMklEWTRPRkV6T1RNZ05qZzVJRFF4TXlBMk9UQlVORFF6SURZNU0xUTBOVFFnTmprMFNEUTFOMVl6T1RCUk5EVTNJRGcwSURRMU9DQTRNVkUwTmpFZ05qRWdORGN5SURVMVZEVXhOeUEwTmtnMU16VldNRkUxTXpNZ01DQTBOVGtnTFRWVU16Z3dJQzB4TVVnek56TldORFJNTXpZMUlETTNVVE13TnlBdE1URWdNak0xSUMweE1WRXhOVGdnTFRFeElEazJJRFV3VkRNMElESXhOVkV6TkNBek1UVWdPVGNnTXpjNFZESTBOQ0EwTkRKUk16RTVJRFEwTWlBek56WWdNemt6VmpRNU5WcE5NemN6SURNME1sRXpNamdnTkRBMUlESTJNQ0EwTURWUk1qRXhJRFF3TlNBeE56TWdNelk1VVRFME5pQXpOREVnTVRNNUlETXdOVlF4TXpFZ01qRXhVVEV6TVNBeE5UVWdNVE00SURFeU1GUXhOek1nTlRsUk1qQXpJREkySURJMU1TQXlObEV6TWpJZ01qWWdNemN6SURFd00xWXpOREphSWk4K1BIQmhkR2dnYVdROUlrMUtXQzB5TFZSRldDMU9MVGMwSWlCa1BTSk5NamNnTkRJeVVUZ3dJRFF5TmlBeE1Ea2dORGM0VkRFME1TQTJNREJXTmpFMVNERTRNVlkwTXpGSU16RTJWak00TlVneE9ERldNalF4VVRFNE1pQXhNVFlnTVRneUlERXdNRlF4T0RrZ05qaFJNakF6SURJNUlESXpPQ0F5T1ZFeU9ESWdNamtnTWpreUlERXdNRkV5T1RNZ01UQTRJREk1TXlBeE5EWldNVGd4U0RNek0xWXhORFpXTVRNMFVUTXpNeUExTnlBeU9URWdNVGRSTWpZMElDMHhNQ0F5TWpFZ0xURXdVVEU0TnlBdE1UQWdNVFl5SURKVU1USTBJRE16VkRFd05TQTJPRlE1T0NBeE1EQlJPVGNnTVRBM0lEazNJREkwT0ZZek9EVklNVGhXTkRJeVNESTNXaUl2UGp4d1lYUm9JR2xrUFNKTlNsZ3RNaTFVUlZndFRpMHlPQ0lnWkQwaVRUazBJREkxTUZFNU5DQXpNVGtnTVRBMElETTRNVlF4TWpjZ05EZzRWREUyTkNBMU56WlVNakF5SURZME0xUXlORFFnTmprMVZESTNOeUEzTWpsVU16QXlJRGMxTUVnek1UVklNekU1VVRNek15QTNOVEFnTXpNeklEYzBNVkV6TXpNZ056TTRJRE14TmlBM01qQlVNamMxSURZMk4xUXlNallnTlRneFZERTROQ0EwTkROVU1UWTNJREkxTUZReE9EUWdOVGhVTWpJMUlDMDRNVlF5TnpRZ0xURTJOMVF6TVRZZ0xUSXlNRlF6TXpNZ0xUSTBNVkV6TXpNZ0xUSTFNQ0F6TVRnZ0xUSTFNRWd6TVRWSU16QXlUREkzTkNBdE1qSTJVVEU0TUNBdE1UUXhJREV6TnlBdE1UUlVPVFFnTWpVd1dpSXZQanh3WVhSb0lHbGtQU0pOU2xndE1pMVVSVmd0VGkweU9TSWdaRDBpVFRZd0lEYzBPVXcyTkNBM05UQlJOamtnTnpVd0lEYzBJRGMxTUVnNE5rd3hNVFFnTnpJMlVUSXdPQ0EyTkRFZ01qVXhJRFV4TkZReU9UUWdNalV3VVRJNU5DQXhPRElnTWpnMElERXhPVlF5TmpFZ01USlVNakkwSUMwM05sUXhPRFlnTFRFME0xUXhORFVnTFRFNU5GUXhNVE1nTFRJeU4xUTVNQ0F0TWpRMlVUZzNJQzB5TkRrZ09EWWdMVEkxTUVnM05GRTJOaUF0TWpVd0lEWXpJQzB5TlRCVU5UZ2dMVEkwTjFRMU5TQXRNak00VVRVMklDMHlNemNnTmpZZ0xUSXlOVkV5TWpFZ0xUWTBJREl5TVNBeU5UQlVOallnTnpJMVVUVTJJRGN6TnlBMU5TQTNNemhSTlRVZ056UTJJRFl3SURjME9Wb2lMejQ4Y0dGMGFDQnBaRDBpVFVwWUxUSXRWRVZZTFU0dE5VSWlJR1E5SWsweE1UZ2dMVEkxTUZZM05UQklNalUxVmpjeE1FZ3hOVGhXTFRJeE1FZ3lOVFZXTFRJMU1FZ3hNVGhhSWk4K1BIQmhkR2dnYVdROUlrMUtXQzB5TFZSRldDMU9MVFpESWlCa1BTSk5ORElnTkRaSU5UWlJPVFVnTkRZZ01UQXpJRFl3VmpZNFVURXdNeUEzTnlBeE1ETWdPVEZVTVRBeklERXlORlF4TURRZ01UWTNWREV3TkNBeU1UZFVNVEEwSURJM01sUXhNRFFnTXpJNVVURXdOQ0F6TmpZZ01UQTBJRFF3TjFReE1EUWdORGd5VkRFd05DQTFOREpVTVRBeklEVTRObFF4TURNZ05qQXpVVEV3TUNBMk1qSWdPRGtnTmpJNFZEUTBJRFl6TjBneU5sWTJOakJSTWpZZ05qZ3pJREk0SURZNE0wd3pPQ0EyT0RSUk5EZ2dOamcxSURZM0lEWTRObFF4TURRZ05qZzRVVEV5TVNBMk9Ea2dNVFF4SURZNU1GUXhOekVnTmprelZERTRNaUEyT1RSSU1UZzFWak0zT1ZFeE9EVWdOaklnTVRnMklEWXdVVEU1TUNBMU1pQXhPVGdnTkRsUk1qRTVJRFEySURJME55QTBOa2d5TmpOV01FZ3lOVFZNTWpNeUlERlJNakE1SURJZ01UZ3pJREpVTVRRMUlETlVNVEEzSUROVU5UY2dNVXd6TkNBd1NESTJWalEyU0RReVdpSXZQanh3WVhSb0lHbGtQU0pOU2xndE1pMVVSVmd0VGkwMlJpSWdaRDBpVFRJNElESXhORkV5T0NBek1Ea2dPVE1nTXpjNFZESTFNQ0EwTkRoUk16UXdJRFEwT0NBME1EVWdNemd3VkRRM01TQXlNVFZSTkRjeElERXlNQ0EwTURjZ05UVlVNalV3SUMweE1GRXhOVE1nTFRFd0lEa3hJRFUzVkRJNElESXhORnBOTWpVd0lETXdVVE0zTWlBek1DQXpOeklnTVRrelZqSXlOVll5TlRCUk16Y3lJREkzTWlBek56RWdNamc0VkRNMk5DQXpNalpVTXpRNElETTJNbFF6TVRjZ016a3dWREkyT0NBME1UQlJNall6SURReE1TQXlOVElnTkRFeFVUSXlNaUEwTVRFZ01UazFJRE01T1ZFeE5USWdNemMzSURFek9TQXpNemhVTVRJMklESTBObFl5TWpaUk1USTJJREV6TUNBeE5EVWdPVEZSTVRjM0lETXdJREkxTUNBek1Gb2lMejQ4Y0dGMGFDQnBaRDBpVFVwWUxUSXRWRVZZTFU0dE5qY2lJR1E5SWswek1qa2dOREE1VVRNM015QTBOVE1nTkRJNUlEUTFNMUUwTlRrZ05EVXpJRFEzTWlBME16UlVORGcxSURNNU5sRTBPRFVnTXpneUlEUTNOaUF6TnpGVU5EUTVJRE0yTUZFME1UWWdNell3SURReE1pQXpPVEJSTkRFd0lEUXdOQ0EwTVRVZ05ERXhVVFF4TlNBME1USWdOREUySURReE5GWTBNVFZSTXpnNElEUXhNaUF6TmpNZ016a3pVVE0xTlNBek9EZ2dNelUxSURNNE5sRXpOVFVnTXpnMUlETTFPU0F6T0RGVU16WTRJRE0yT1ZRek56a2dNelV4VkRNNE9DQXpNalZVTXpreUlESTVNbEV6T1RJZ01qTXdJRE0wTXlBeE9EZFVNakl5SURFME0xRXhOeklnTVRReklERXlNeUF4TnpGUk1URXlJREUxTXlBeE1USWdNVE16VVRFeE1pQTVPQ0F4TXpnZ09ERlJNVFEzSURjMUlERTFOU0EzTlZReU1qY2dOek5STXpFeElEY3lJRE16TlNBMk4xRXpPVFlnTlRnZ05ETXhJREkyVVRRM01DQXRNVE1nTkRjd0lDMDNNbEUwTnpBZ0xURXpPU0F6T1RJZ0xURTNOVkV6TXpJZ0xUSXdOaUF5TlRBZ0xUSXdObEV4TmpjZ0xUSXdOaUF4TURjZ0xURTNOVkV5T1NBdE1UUXdJREk1SUMwM05WRXlPU0F0TXprZ05UQWdMVEUxVkRreUlERTRUREV3TXlBeU5GRTJOeUExTlNBMk55QXhNRGhSTmpjZ01UVTFJRGsySURFNU0xRTFNaUF5TXpjZ05USWdNamt5VVRVeUlETTFOU0F4TURJZ016azRWREl5TXlBME5ESlJNamMwSURRME1pQXpNVGdnTkRFMlRETXlPU0EwTURsYVRUSTVPU0F6TkROUk1qazBJRE0zTVNBeU56TWdNemczVkRJeU1TQTBNRFJSTVRreUlEUXdOQ0F4TnpFZ016ZzRWREUwTlNBek5ETlJNVFF5SURNeU5pQXhORElnTWpreVVURTBNaUF5TkRnZ01UUTVJREl5TjFReE56a2dNVGt5VVRFNU5pQXhPRElnTWpJeUlERTRNbEV5TkRRZ01UZ3lJREkyTUNBeE9EbFVNamd6SURJd04xUXlPVFFnTWpJM1ZESTVPU0F5TkRKUk16QXlJREkxT0NBek1ESWdNamt5VkRJNU9TQXpORE5hVFRRd015QXROelZSTkRBeklDMDFNQ0F6T0RrZ0xUTTBWRE0wT0NBdE1URlVNams1SUMweVZESTBOU0F3U0RJeE9GRXhOVEVnTUNBeE16Z2dMVFpSTVRFNElDMHhOU0F4TURjZ0xUTTBWRGsxSUMwM05GRTVOU0F0T0RRZ01UQXhJQzA1TjFReE1qSWdMVEV5TjFReE56QWdMVEUxTlZReU5UQWdMVEUyTjFFek1Ua2dMVEUyTnlBek5qRWdMVEV6T1ZRME1ETWdMVGMxV2lJdlBqeHdZWFJvSUdsa1BTSk5TbGd0TWkxVVJWZ3RUaTB5TURZeElpQmtQU0lpTHo0OGNHRjBhQ0JwWkQwaVRVcFlMVEl0VkVWWUxVNHROVVFpSUdROUlrMHlNaUEzTVRCV056VXdTREUxT1ZZdE1qVXdTREl5VmkweU1UQklNVEU1VmpjeE1FZ3lNbG9pTHo0OGNHRjBhQ0JwWkQwaVRVcFlMVEl0VkVWWUxVNHRNa0lpSUdROUlrMDFOaUF5TXpkVU5UWWdNalV3VkRjd0lESTNNRWd6TmpsV05ESXdURE0zTUNBMU56QlJNemd3SURVNE15QXpPRGtnTlRnelVUUXdNaUExT0RNZ05EQTVJRFUyT0ZZeU56QklOekEzVVRjeU1pQXlOaklnTnpJeUlESTFNRlEzTURjZ01qTXdTRFF3T1ZZdE5qaFJOREF4SUMwNE1pQXpPVEVnTFRneVNETTRPVWd6T0RkUk16YzFJQzA0TWlBek5qa2dMVFk0VmpJek1FZzNNRkUxTmlBeU16Y2dOVFlnTWpVd1dpSXZQanh3WVhSb0lHbGtQU0pOU2xndE1pMVVSVmd0U1MweFJEUTJOeUlnWkQwaVRUTTBOeUF6TXpoUk16TTNJRE16T0NBeU9UUWdNelE1VkRJek1TQXpOakJSTWpFeElETTJNQ0F4T1RjZ016VTJWREUzTkNBek5EWlVNVFl5SURNek5WUXhOVFVnTXpJMFRERTFNeUF6TWpCUk1UVXdJRE14TnlBeE16Z2dNekUzVVRFeE55QXpNVGNnTVRFM0lETXlOVkV4TVRjZ016TXdJREV5TUNBek16bFJNVE16SURNM09DQXhOak1nTkRBMlZESXlPU0EwTkRCUk1qUXhJRFEwTWlBeU5EWWdORFF5VVRJM01TQTBORElnTWpreElEUXlOVlF6TWprZ016a3lWRE0yTnlBek56VlJNemc1SURNM05TQTBNVEVnTkRBNFZEUXpOQ0EwTkRGUk5ETTFJRFEwTWlBME5Ea2dORFF5U0RRMk1sRTBOamdnTkRNMklEUTJPQ0EwTXpSUk5EWTRJRFF6TUNBME5qTWdOREl3VkRRME9TQXpPVGxVTkRNeUlETTNOMVEwTVRnZ016VTRURFF4TVNBek5EbFJNelk0SURJNU9DQXlOelVnTWpFMFZERTJNQ0F4TURaTU1UUTRJRGswVERFMk15QTVNMUV4T0RVZ09UTWdNakkzSURneVZESTVNQ0EzTVZFek1qZ2dOekVnTXpZd0lEa3dWRFF3TWlBeE5EQlJOREEySURFME9TQTBNRGtnTVRVeFZEUXlOQ0F4TlROUk5EUXpJREUxTXlBME5ETWdNVFF6VVRRME15QXhNemdnTkRReUlERXpORkUwTWpVZ056SWdNemMySURNeFZESTNPQ0F0TVRGUk1qVXlJQzB4TVNBeU16SWdObFF4T1RNZ05EQlVNVFUxSURVM1VURXhNU0ExTnlBM05pQXRNMUUzTUNBdE1URWdOVGtnTFRFeFNEVTBTRFF4VVRNMUlDMDFJRE0xSUMweVVUTTFJREV6SURreklEZzBVVEV6TWlBeE1qa2dNakkxSURJeE5GUXpOREFnTXpJeVVUTTFNaUF6TXpnZ016UTNJRE16T0ZvaUx6NDhjR0YwYUNCcFpEMGlUVXBZTFRJdFZFVllMVTR0TXpFaUlHUTlJazB5TVRNZ05UYzRUREl3TUNBMU56TlJNVGcySURVMk9DQXhOakFnTlRZelZERXdNaUExTlRaSU9ETldOakF5U0RFd01sRXhORGtnTmpBMElERTRPU0EyTVRkVU1qUTFJRFkwTVZReU56TWdOall6VVRJM05TQTJOallnTWpnMUlEWTJObEV5T1RRZ05qWTJJRE13TWlBMk5qQldNell4VERNd015QTJNVkV6TVRBZ05UUWdNekUxSURVeVZETXpPU0EwT0ZRME1ERWdORFpJTkRJM1ZqQklOREUyVVRNNU5TQXpJREkxTnlBelVURXlNU0F6SURFd01DQXdTRGc0VmpRMlNERXhORkV4TXpZZ05EWWdNVFV5SURRMlZERTNOeUEwTjFReE9UTWdOVEJVTWpBeElEVXlWREl3TnlBMU4xUXlNVE1nTmpGV05UYzRXaUl2UGp4d1lYUm9JR2xrUFNKTlNsZ3RNaTFVUlZndFRpMHlNakV5SWlCa1BTSk5PRFFnTWpNM1ZEZzBJREkxTUZRNU9DQXlOekJJTmpjNVVUWTVOQ0F5TmpJZ05qazBJREkxTUZRMk56a2dNak13U0RrNFVUZzBJREl6TnlBNE5DQXlOVEJhSWk4K1BDOWtaV1p6UGp4bklITjBjbTlyWlQwaVkzVnljbVZ1ZEVOdmJHOXlJaUJtYVd4c1BTSmpkWEp5Wlc1MFEyOXNiM0lpSUhOMGNtOXJaUzEzYVdSMGFEMGlNQ0lnZEhKaGJuTm1iM0p0UFNKelkyRnNaU2d4TEMweEtTSStQR2NnWkdGMFlTMXRiV3d0Ym05a1pUMGliV0YwYUNJK1BHY2daR0YwWVMxdGJXd3RibTlrWlQwaWJYVnVaR1Z5SWo0OFp5QmtZWFJoTFcxdGJDMXViMlJsUFNKdGJ5SStQSFZ6WlNCa1lYUmhMV005SWpaRUlpQjRiR2x1YXpwb2NtVm1QU0lqVFVwWUxUSXRWRVZZTFU0dE5rUWlMejQ4ZFhObElHUmhkR0V0WXowaU5qa2lJSGhzYVc1ck9taHlaV1k5SWlOTlNsZ3RNaTFVUlZndFRpMDJPU0lnZEhKaGJuTm1iM0p0UFNKMGNtRnVjMnhoZEdVb09ETXpMREFwSWk4K1BIVnpaU0JrWVhSaExXTTlJalpGSWlCNGJHbHVhenBvY21WbVBTSWpUVXBZTFRJdFZFVllMVTR0TmtVaUlIUnlZVzV6Wm05eWJUMGlkSEpoYm5Oc1lYUmxLREV4TVRFc01Da2lMejQ4TDJjK1BHY2daR0YwWVMxdGJXd3RibTlrWlQwaWJXa2lJSFJ5WVc1elptOXliVDBpZEhKaGJuTnNZWFJsS0RVMU5TNDJMQzAyTmpVdU5Ta2djMk5oYkdVb01DNDNNRGNwSWo0OGRYTmxJR1JoZEdFdFl6MGlNVVEwTTBFaUlIaHNhVzVyT21oeVpXWTlJaU5OU2xndE1pMVVSVmd0U1MweFJEUXpRU0l2UGp3dlp6NDhMMmMrUEdjZ1pHRjBZUzF0Yld3dGJtOWtaVDBpYlhWdVpHVnlJaUIwY21GdWMyWnZjbTA5SW5SeVlXNXpiR0YwWlNneE9ETXpMamNzTUNraVBqeG5JR1JoZEdFdGJXMXNMVzV2WkdVOUltMXZJajQ4ZFhObElHUmhkR0V0WXowaU5rUWlJSGhzYVc1ck9taHlaV1k5SWlOTlNsZ3RNaTFVUlZndFRpMDJSQ0l2UGp4MWMyVWdaR0YwWVMxalBTSTJNU0lnZUd4cGJtczZhSEpsWmowaUkwMUtXQzB5TFZSRldDMU9MVFl4SWlCMGNtRnVjMlp2Y20wOUluUnlZVzV6YkdGMFpTZzRNek1zTUNraUx6NDhkWE5sSUdSaGRHRXRZejBpTnpnaUlIaHNhVzVyT21oeVpXWTlJaU5OU2xndE1pMVVSVmd0VGkwM09DSWdkSEpoYm5ObWIzSnRQU0owY21GdWMyeGhkR1VvTVRNek15d3dLU0l2UGp3dlp6NDhaeUJrWVhSaExXMXRiQzF1YjJSbFBTSnRhU0lnZEhKaGJuTm1iM0p0UFNKMGNtRnVjMnhoZEdVb05qTTNMamdzTFRZMk1Ta2djMk5oYkdVb01DNDNNRGNwSWo0OGRYTmxJR1JoZEdFdFl6MGlNVVEwTXpjaUlIaHNhVzVyT21oeVpXWTlJaU5OU2xndE1pMVVSVmd0U1MweFJEUXpOeUl2UGp3dlp6NDhMMmMrUEdjZ1pHRjBZUzF0Yld3dGJtOWtaVDBpYlhOMGVXeGxJaUIwY21GdWMyWnZjbTA5SW5SeVlXNXpiR0YwWlNnek5qazBMamNzTUNraVBqeG5JR1JoZEdFdGJXMXNMVzV2WkdVOUltMXpjR0ZqWlNJdlBqd3ZaejQ4WnlCa1lYUmhMVzF0YkMxdWIyUmxQU0p0YzNWaUlpQjBjbUZ1YzJadmNtMDlJblJ5WVc1emJHRjBaU2cwTVRNNUxqTXNNQ2tpUGp4bklHUmhkR0V0Ylcxc0xXNXZaR1U5SWxSbFdFRjBiMjBpSUdSaGRHRXRiV3A0TFhSbGVHTnNZWE56UFNKUFVrUWlQanhuSUdSaGRHRXRiVzFzTFc1dlpHVTlJbTFwSWo0OGRYTmxJR1JoZEdFdFl6MGlNVVExTTBNaUlIaHNhVzVyT21oeVpXWTlJaU5OU2xndE1pMVVSVmd0UkMweFJEVXpReUl2UGp3dlp6NDhMMmMrUEdjZ1pHRjBZUzF0Yld3dGJtOWtaVDBpVkdWWVFYUnZiU0lnZEhKaGJuTm1iM0p0UFNKMGNtRnVjMnhoZEdVb056QXdMQzB4TnpZdU55a2djMk5oYkdVb01DNDNNRGNwSWlCa1lYUmhMVzFxZUMxMFpYaGpiR0Z6Y3owaVQxSkVJajQ4WnlCa1lYUmhMVzF0YkMxdWIyUmxQU0p0YVNJK1BIVnpaU0JrWVhSaExXTTlJakZFTkRZMUlpQjRiR2x1YXpwb2NtVm1QU0lqVFVwWUxUSXRWRVZZTFVrdE1VUTBOalVpTHo0OEwyYytQR2NnWkdGMFlTMXRiV3d0Ym05a1pUMGliVzhpSUhSeVlXNXpabTl5YlQwaWRISmhibk5zWVhSbEtEVTNNaXd3S1NJK1BIVnpaU0JrWVhSaExXTTlJakl5TTBNaUlIaHNhVzVyT21oeVpXWTlJaU5OU2xndE1pMVVSVmd0VGkweU1qTkRJaTgrUEM5blBqeG5JR1JoZEdFdGJXMXNMVzV2WkdVOUltMXpkV0lpSUhSeVlXNXpabTl5YlQwaWRISmhibk5zWVhSbEtERXpOVEFzTUNraVBqeG5JR1JoZEdFdGJXMXNMVzV2WkdVOUltMXBJajQ4ZFhObElHUmhkR0V0WXowaU1VUTBOVVFpSUhoc2FXNXJPbWh5WldZOUlpTk5TbGd0TWkxVVJWZ3RTUzB4UkRRMVJDSXZQand2Wno0OFp5QmtZWFJoTFcxdGJDMXViMlJsUFNKVVpWaEJkRzl0SWlCMGNtRnVjMlp2Y20wOUluUnlZVzV6YkdGMFpTZzFNellzTFRFMU1Da2djMk5oYkdVb01DNDNNRGNwSWlCa1lYUmhMVzFxZUMxMFpYaGpiR0Z6Y3owaVQxSkVJajQ4WnlCa1lYUmhMVzF0YkMxdWIyUmxQU0p0ZEdWNGRDSStQSFZ6WlNCa1lYUmhMV005SWpZMElpQjRiR2x1YXpwb2NtVm1QU0lqVFVwWUxUSXRWRVZZTFU0dE5qUWlMejQ4ZFhObElHUmhkR0V0WXowaU5qRWlJSGhzYVc1ck9taHlaV1k5SWlOTlNsZ3RNaTFVUlZndFRpMDJNU0lnZEhKaGJuTm1iM0p0UFNKMGNtRnVjMnhoZEdVb05UVTJMREFwSWk4K1BIVnpaU0JrWVhSaExXTTlJamMwSWlCNGJHbHVhenBvY21WbVBTSWpUVXBZTFRJdFZFVllMVTR0TnpRaUlIUnlZVzV6Wm05eWJUMGlkSEpoYm5Oc1lYUmxLREV3TlRZc01Da2lMejQ4ZFhObElHUmhkR0V0WXowaU5qRWlJSGhzYVc1ck9taHlaV1k5SWlOTlNsZ3RNaTFVUlZndFRpMDJNU0lnZEhKaGJuTm1iM0p0UFNKMGNtRnVjMnhoZEdVb01UUTBOU3d3S1NJdlBqd3ZaejQ4TDJjK1BDOW5QanhuSUdSaGRHRXRiVzFzTFc1dlpHVTlJbTF2SWlCMGNtRnVjMlp2Y20wOUluUnlZVzV6YkdGMFpTZ3pNekV4TGpNc01Da2lQangxYzJVZ1pHRjBZUzFqUFNJeU9DSWdlR3hwYm1zNmFISmxaajBpSTAxS1dDMHlMVlJGV0MxT0xUSTRJaTgrUEM5blBqeG5JR1JoZEdFdGJXMXNMVzV2WkdVOUltMXBJaUIwY21GdWMyWnZjbTA5SW5SeVlXNXpiR0YwWlNnek56QXdMak1zTUNraVBqeDFjMlVnWkdGMFlTMWpQU0l4UkRRMk5TSWdlR3hwYm1zNmFISmxaajBpSTAxS1dDMHlMVlJGV0MxSkxURkVORFkxSWk4K1BDOW5QanhuSUdSaGRHRXRiVzFzTFc1dlpHVTlJbTF2SWlCMGNtRnVjMlp2Y20wOUluUnlZVzV6YkdGMFpTZzBNamN5TGpNc01Da2lQangxYzJVZ1pHRjBZUzFqUFNJeU9TSWdlR3hwYm1zNmFISmxaajBpSTAxS1dDMHlMVlJGV0MxT0xUSTVJaTgrUEM5blBqd3ZaejQ4TDJjK1BHY2daR0YwWVMxdGJXd3RibTlrWlQwaWJXOGlJSFJ5WVc1elptOXliVDBpZEhKaGJuTnNZWFJsS0RneE9EVXVOQ3d3S1NJK1BIVnpaU0JrWVhSaExXTTlJalZDSWlCNGJHbHVhenBvY21WbVBTSWpUVXBZTFRJdFZFVllMVTR0TlVJaUx6NDhMMmMrUEdjZ1pHRjBZUzF0Yld3dGJtOWtaVDBpYldraUlIUnlZVzV6Wm05eWJUMGlkSEpoYm5Oc1lYUmxLRGcwTmpNdU5Dd3dLU0krUEhWelpTQmtZWFJoTFdNOUlqWkRJaUI0YkdsdWF6cG9jbVZtUFNJalRVcFlMVEl0VkVWWUxVNHROa01pTHo0OGRYTmxJR1JoZEdFdFl6MGlOa1lpSUhoc2FXNXJPbWh5WldZOUlpTk5TbGd0TWkxVVJWZ3RUaTAyUmlJZ2RISmhibk5tYjNKdFBTSjBjbUZ1YzJ4aGRHVW9NamM0TERBcElpOCtQSFZ6WlNCa1lYUmhMV005SWpZM0lpQjRiR2x1YXpwb2NtVm1QU0lqVFVwWUxUSXRWRVZZTFU0dE5qY2lJSFJ5WVc1elptOXliVDBpZEhKaGJuTnNZWFJsS0RjM09Dd3dLU0l2UGp3dlp6NDhaeUJrWVhSaExXMXRiQzF1YjJSbFBTSnRieUlnZEhKaGJuTm1iM0p0UFNKMGNtRnVjMnhoZEdVb09UYzBNUzQwTERBcElqNDhkWE5sSUdSaGRHRXRZejBpTWpBMk1TSWdlR3hwYm1zNmFISmxaajBpSTAxS1dDMHlMVlJGV0MxT0xUSXdOakVpTHo0OEwyYytQR2NnWkdGMFlTMXRiV3d0Ym05a1pUMGliV2tpSUhSeVlXNXpabTl5YlQwaWRISmhibk5zWVhSbEtEazVNRGd1TVN3d0tTSStQSFZ6WlNCa1lYUmhMV005SWpGRU5ETTNJaUI0YkdsdWF6cG9jbVZtUFNJalRVcFlMVEl0VkVWWUxVa3RNVVEwTXpjaUx6NDhMMmMrUEdjZ1pHRjBZUzF0Yld3dGJtOWtaVDBpYlc4aUlIUnlZVzV6Wm05eWJUMGlkSEpoYm5Oc1lYUmxLREV3TnpNMkxqRXNNQ2tpUGp4MWMyVWdaR0YwWVMxalBTSXlPQ0lnZUd4cGJtczZhSEpsWmowaUkwMUtXQzB5TFZSRldDMU9MVEk0SWk4K1BDOW5QanhuSUdSaGRHRXRiVzFzTFc1dlpHVTlJbTFwSWlCMGNtRnVjMlp2Y20wOUluUnlZVzV6YkdGMFpTZ3hNVEV5TlM0eExEQXBJajQ4ZFhObElHUmhkR0V0WXowaU1VUTBOalVpSUhoc2FXNXJPbWh5WldZOUlpTk5TbGd0TWkxVVJWZ3RTUzB4UkRRMk5TSXZQand2Wno0OFp5QmtZWFJoTFcxdGJDMXViMlJsUFNKdGJ5SWdkSEpoYm5ObWIzSnRQU0owY21GdWMyeGhkR1VvTVRFMk9UY3VNU3d3S1NJK1BIVnpaU0JrWVhSaExXTTlJakk1SWlCNGJHbHVhenBvY21WbVBTSWpUVXBZTFRJdFZFVllMVTR0TWpraUx6NDhMMmMrUEdjZ1pHRjBZUzF0Yld3dGJtOWtaVDBpYlc4aUlIUnlZVzV6Wm05eWJUMGlkSEpoYm5Oc1lYUmxLREV5TURnMkxqRXNNQ2tpUGp4MWMyVWdaR0YwWVMxalBTSTFSQ0lnZUd4cGJtczZhSEpsWmowaUkwMUtXQzB5TFZSRldDMU9MVFZFSWk4K1BDOW5QanhuSUdSaGRHRXRiVzFzTFc1dlpHVTlJbTF2SWlCMGNtRnVjMlp2Y20wOUluUnlZVzV6YkdGMFpTZ3hNalU0Tmk0ekxEQXBJajQ4ZFhObElHUmhkR0V0WXowaU1rSWlJSGhzYVc1ck9taHlaV1k5SWlOTlNsZ3RNaTFVUlZndFRpMHlRaUl2UGp3dlp6NDhaeUJrWVhSaExXMXRiQzF1YjJSbFBTSnRjM1ZpSWlCMGNtRnVjMlp2Y20wOUluUnlZVzV6YkdGMFpTZ3hNelU0Tmk0MUxEQXBJajQ4WnlCa1lYUmhMVzF0YkMxdWIyUmxQU0pVWlZoQmRHOXRJaUJrWVhSaExXMXFlQzEwWlhoamJHRnpjejBpVDFKRUlqNDhaeUJrWVhSaExXMXRiQzF1YjJSbFBTSnRhU0krUEhWelpTQmtZWFJoTFdNOUlqRkVOVE5ESWlCNGJHbHVhenBvY21WbVBTSWpUVXBZTFRJdFZFVllMVVF0TVVRMU0wTWlMejQ4TDJjK1BDOW5QanhuSUdSaGRHRXRiVzFzTFc1dlpHVTlJbFJsV0VGMGIyMGlJSFJ5WVc1elptOXliVDBpZEhKaGJuTnNZWFJsS0Rjd01Dd3RNVGMyTGpjcElITmpZV3hsS0RBdU56QTNLU0lnWkdGMFlTMXRhbmd0ZEdWNFkyeGhjM005SWs5U1JDSStQR2NnWkdGMFlTMXRiV3d0Ym05a1pUMGliV2tpUGp4MWMyVWdaR0YwWVMxalBTSXhSRFEyTnlJZ2VHeHBibXM2YUhKbFpqMGlJMDFLV0MweUxWUkZXQzFKTFRGRU5EWTNJaTgrUEM5blBqeG5JR1JoZEdFdGJXMXNMVzV2WkdVOUltMXZJaUIwY21GdWMyWnZjbTA5SW5SeVlXNXpiR0YwWlNnME5qVXNNQ2tpUGp4MWMyVWdaR0YwWVMxalBTSXlNak5ESWlCNGJHbHVhenBvY21WbVBTSWpUVXBZTFRJdFZFVllMVTR0TWpJelF5SXZQand2Wno0OFp5QmtZWFJoTFcxdGJDMXViMlJsUFNKdGMzVmlJaUIwY21GdWMyWnZjbTA5SW5SeVlXNXpiR0YwWlNneE1qUXpMREFwSWo0OFp5QmtZWFJoTFcxdGJDMXViMlJsUFNKdGFTSStQSFZ6WlNCa1lYUmhMV005SWpGRU5EVkVJaUI0YkdsdWF6cG9jbVZtUFNJalRVcFlMVEl0VkVWWUxVa3RNVVEwTlVRaUx6NDhMMmMrUEdjZ1pHRjBZUzF0Yld3dGJtOWtaVDBpYldraUlIUnlZVzV6Wm05eWJUMGlkSEpoYm5Oc1lYUmxLRFV6Tml3dE1UVXdLU0J6WTJGc1pTZ3dMamN3TnlraVBqeDFjMlVnWkdGMFlTMWpQU0l4UkRRMk55SWdlR3hwYm1zNmFISmxaajBpSTAxS1dDMHlMVlJGV0MxSkxURkVORFkzSWk4K1BDOW5Qand2Wno0OFp5QmtZWFJoTFcxdGJDMXViMlJsUFNKdGJ5SWdkSEpoYm5ObWIzSnRQU0owY21GdWMyeGhkR1VvTWpFMU55NDRMREFwSWo0OGRYTmxJR1JoZEdFdFl6MGlNamdpSUhoc2FXNXJPbWh5WldZOUlpTk5TbGd0TWkxVVJWZ3RUaTB5T0NJdlBqd3ZaejQ4WnlCa1lYUmhMVzF0YkMxdWIyUmxQU0p0YVNJZ2RISmhibk5tYjNKdFBTSjBjbUZ1YzJ4aGRHVW9NalUwTmk0NExEQXBJajQ4ZFhObElHUmhkR0V0WXowaU1VUTBOamNpSUhoc2FXNXJPbWh5WldZOUlpTk5TbGd0TWkxVVJWZ3RTUzB4UkRRMk55SXZQand2Wno0OFp5QmtZWFJoTFcxdGJDMXViMlJsUFNKdGJ5SWdkSEpoYm5ObWIzSnRQU0owY21GdWMyeGhkR1VvTXpBeE1TNDRMREFwSWo0OGRYTmxJR1JoZEdFdFl6MGlNamtpSUhoc2FXNXJPbWh5WldZOUlpTk5TbGd0TWkxVVJWZ3RUaTB5T1NJdlBqd3ZaejQ4TDJjK1BDOW5QanhuSUdSaGRHRXRiVzFzTFc1dlpHVTlJbTF2SWlCMGNtRnVjMlp2Y20wOUluUnlZVzV6YkdGMFpTZ3hOamMwTVM0eUxEQXBJajQ4ZFhObElHUmhkR0V0WXowaU5VSWlJSGhzYVc1ck9taHlaV1k5SWlOTlNsZ3RNaTFVUlZndFRpMDFRaUl2UGp3dlp6NDhaeUJrWVhSaExXMXRiQzF1YjJSbFBTSnRhU0lnZEhKaGJuTm1iM0p0UFNKMGNtRnVjMnhoZEdVb01UY3dNVGt1TWl3d0tTSStQSFZ6WlNCa1lYUmhMV005SWpaRElpQjRiR2x1YXpwb2NtVm1QU0lqVFVwWUxUSXRWRVZZTFU0dE5rTWlMejQ4ZFhObElHUmhkR0V0WXowaU5rWWlJSGhzYVc1ck9taHlaV1k5SWlOTlNsZ3RNaTFVUlZndFRpMDJSaUlnZEhKaGJuTm1iM0p0UFNKMGNtRnVjMnhoZEdVb01qYzRMREFwSWk4K1BIVnpaU0JrWVhSaExXTTlJalkzSWlCNGJHbHVhenBvY21WbVBTSWpUVXBZTFRJdFZFVllMVTR0TmpjaUlIUnlZVzV6Wm05eWJUMGlkSEpoYm5Oc1lYUmxLRGMzT0N3d0tTSXZQand2Wno0OFp5QmtZWFJoTFcxdGJDMXViMlJsUFNKdGJ5SWdkSEpoYm5ObWIzSnRQU0owY21GdWMyeGhkR1VvTVRneU9UY3VNaXd3S1NJK1BIVnpaU0JrWVhSaExXTTlJakl3TmpFaUlIaHNhVzVyT21oeVpXWTlJaU5OU2xndE1pMVVSVmd0VGkweU1EWXhJaTgrUEM5blBqeG5JR1JoZEdFdGJXMXNMVzV2WkdVOUltMXZJaUIwY21GdWMyWnZjbTA5SW5SeVlXNXpiR0YwWlNneE9ESTVOeTR5TERBcElqNDhkWE5sSUdSaGRHRXRZejBpTWpnaUlIaHNhVzVyT21oeVpXWTlJaU5OU2xndE1pMVVSVmd0VGkweU9DSXZQand2Wno0OFp5QmtZWFJoTFcxdGJDMXViMlJsUFNKdGJpSWdkSEpoYm5ObWIzSnRQU0owY21GdWMyeGhkR1VvTVRnMk9EWXVNaXd3S1NJK1BIVnpaU0JrWVhSaExXTTlJak14SWlCNGJHbHVhenBvY21WbVBTSWpUVXBZTFRJdFZFVllMVTR0TXpFaUx6NDhMMmMrUEdjZ1pHRjBZUzF0Yld3dGJtOWtaVDBpYlc4aUlIUnlZVzV6Wm05eWJUMGlkSEpoYm5Oc1lYUmxLREU1TkRBNExqVXNNQ2tpUGp4MWMyVWdaR0YwWVMxalBTSXlNakV5SWlCNGJHbHVhenBvY21WbVBTSWpUVXBZTFRJdFZFVllMVTR0TWpJeE1pSXZQand2Wno0OFp5QmtZWFJoTFcxdGJDMXViMlJsUFNKdGFTSWdkSEpoYm5ObWIzSnRQU0owY21GdWMyeGhkR1VvTWpBME1EZ3VOeXd3S1NJK1BIVnpaU0JrWVhSaExXTTlJakZFTkRNM0lpQjRiR2x1YXpwb2NtVm1QU0lqVFVwWUxUSXRWRVZZTFVrdE1VUTBNemNpTHo0OEwyYytQR2NnWkdGMFlTMXRiV3d0Ym05a1pUMGliVzhpSUhSeVlXNXpabTl5YlQwaWRISmhibk5zWVhSbEtESXhNak0yTGpjc01Da2lQangxYzJVZ1pHRjBZUzFqUFNJeU9DSWdlR3hwYm1zNmFISmxaajBpSTAxS1dDMHlMVlJGV0MxT0xUSTRJaTgrUEM5blBqeG5JR1JoZEdFdGJXMXNMVzV2WkdVOUltMXBJaUIwY21GdWMyWnZjbTA5SW5SeVlXNXpiR0YwWlNneU1UWXlOUzQzTERBcElqNDhkWE5sSUdSaGRHRXRZejBpTVVRME0wRWlJSGhzYVc1ck9taHlaV1k5SWlOTlNsZ3RNaTFVUlZndFNTMHhSRFF6UVNJdlBqd3ZaejQ4WnlCa1lYUmhMVzF0YkMxdWIyUmxQU0p0YnlJZ2RISmhibk5tYjNKdFBTSjBjbUZ1YzJ4aGRHVW9NakkwTVRFdU55d3dLU0krUEhWelpTQmtZWFJoTFdNOUlqSTRJaUI0YkdsdWF6cG9jbVZtUFNJalRVcFlMVEl0VkVWWUxVNHRNamdpTHo0OEwyYytQR2NnWkdGMFlTMXRiV3d0Ym05a1pUMGliV2tpSUhSeVlXNXpabTl5YlQwaWRISmhibk5zWVhSbEtESXlPREF3TGpjc01Da2lQangxYzJVZ1pHRjBZUzFqUFNJeFJEUTJOeUlnZUd4cGJtczZhSEpsWmowaUkwMUtXQzB5TFZSRldDMUpMVEZFTkRZM0lpOCtQQzluUGp4bklHUmhkR0V0Ylcxc0xXNXZaR1U5SW0xdklpQjBjbUZ1YzJadmNtMDlJblJ5WVc1emJHRjBaU2d5TXpJMk5TNDNMREFwSWo0OGRYTmxJR1JoZEdFdFl6MGlNamtpSUhoc2FXNXJPbWh5WldZOUlpTk5TbGd0TWkxVVJWZ3RUaTB5T1NJdlBqd3ZaejQ4WnlCa1lYUmhMVzF0YkMxdWIyUmxQU0p0YnlJZ2RISmhibk5tYjNKdFBTSjBjbUZ1YzJ4aGRHVW9Nak0yTlRRdU55d3dLU0krUEhWelpTQmtZWFJoTFdNOUlqSTVJaUI0YkdsdWF6cG9jbVZtUFNJalRVcFlMVEl0VkVWWUxVNHRNamtpTHo0OEwyYytQR2NnWkdGMFlTMXRiV3d0Ym05a1pUMGliVzhpSUhSeVlXNXpabTl5YlQwaWRISmhibk5zWVhSbEtESTBNRFF6TGpjc01Da2lQangxYzJVZ1pHRjBZUzFqUFNJeU9TSWdlR3hwYm1zNmFISmxaajBpSTAxS1dDMHlMVlJGV0MxT0xUSTVJaTgrUEM5blBqeG5JR1JoZEdFdGJXMXNMVzV2WkdVOUltMXZJaUIwY21GdWMyWnZjbTA5SW5SeVlXNXpiR0YwWlNneU5EUXpNaTQzTERBcElqNDhkWE5sSUdSaGRHRXRZejBpTlVRaUlIaHNhVzVyT21oeVpXWTlJaU5OU2xndE1pMVVSVmd0VGkwMVJDSXZQand2Wno0OEwyYytQQzluUGp3dmMzWm5QZz09IiwKCSJSZWFsVmlld1NpemVKc29uIiA6ICJ7XCJoZWlnaHRcIjo1NDAsXCJ3aWR0aFwiOjg3MTR9Igp9Cg=="/>
    </extobj>
    <extobj name="2384804F-3998-4D57-9195-F3826E402611-2">
      <extobjdata type="2384804F-3998-4D57-9195-F3826E402611" data="ewoJIkltZ1NldHRpbmdKc29uIiA6ICJ7XCJoZWlnaHRcIjoxOS42NDI4NTcxNDI4NTcxNDIsXCJ3aWR0aFwiOjM3Ni43ODU3MTQyODU3MTQzfSIsCgkiTGF0ZXgiIDogIlxcbWF0aGNhbHtMfV97XFx0ZXh0e1ZBRX19ID0gXFxtYXRoYmJ7RX1fe3FfXFxwaGkoenx4KX1bXFxsb2cgcF9cXHRoZXRhKHh8eildIC0gRF97S0x9XFxsZWZ0KCBxX1xccGhpKHp8eCkgXFwsXFx8XFwsIHAoeikgXFxyaWdodCkiLAoJIkxhdGV4SW1nQmFzZTY0IiA6ICJQSE4yWnlCNGJXeHVjejBpYUhSMGNEb3ZMM2QzZHk1M015NXZjbWN2TWpBd01DOXpkbWNpSUhkcFpIUm9QU0kwT0M0ek5UZGxlQ0lnYUdWcFoyaDBQU0l5TGpVMk9XVjRJaUJ5YjJ4bFBTSnBiV2NpSUdadlkzVnpZV0pzWlQwaVptRnNjMlVpSUhacFpYZENiM2c5SWpBZ0xUYzFNQ0F5TVRNM015NDRJREV4TXpVdU15SWdlRzFzYm5NNmVHeHBibXM5SW1oMGRIQTZMeTkzZDNjdWR6TXViM0puTHpFNU9Ua3ZlR3hwYm1zaUlHRnlhV0V0YUdsa1pHVnVQU0owY25WbElpQnpkSGxzWlQwaWRtVnlkR2xqWVd3dFlXeHBaMjQ2SUMwd0xqZzNNbVY0T3lCdFlYZ3RkMmxrZEdnNklEazRKVHNpUGp4a1pXWnpQanh3WVhSb0lHbGtQU0pOU2xndE1pMVVSVmd0UXkwMFF5SWdaRDBpVFRZeUlDMHlNbFEwTnlBdE1qSlVNeklnTFRFeFVUTXlJQzB4SURVMklESTBWRGd6SURVMVVURXhNeUE1TmlBeE16Z2dNVGN5VkRFNE1DQXpNakJVTWpNMElEUTNNMVF6TWpNZ05qQTVVVE0yTkNBMk5Ea2dOREU1SURZM04xUTFNekVnTnpBMVVUVTFPU0EzTURVZ05UYzRJRFk1TmxRMk1EUWdOamN4VkRZeE5TQTJORFZVTmpFNElEWXlNMVkyTVRGUk5qRTRJRFU0TWlBMk1UVWdOVGN4VkRVNU9DQTFORGhSTlRneElEVXpNU0ExTlRnZ05USXdWRFV4T0NBMU1EbFJOVEF6SURVd09TQTFNRE1nTlRJd1VUVXdNeUExTWpNZ05UQTFJRFV6TmxRMU1EY2dOVFl3VVRVd055QTFPVEFnTkRrMElEWXhNRlEwTlRJZ05qTXdVVFF5TXlBMk16QWdOREV3SURZeE4xRXpOamNnTlRjNElETXpNeUEwT1RKVU1qY3hJRE13TVZReU16TWdNVGN3VVRJeE1TQXhNak1nTWpBMElERXhNa3d4T1RnZ01UQXpUREl5TkNBeE1ESlJNamd4SURFd01pQXpOamtnTnpsVU5UQTVJRFV5U0RVeU0xRTFNelVnTmpRZ05UUTBJRGczVkRVM09TQXhNamhSTmpFMklERTFNaUEyTkRFZ01UVXlVVFkxTmlBeE5USWdOalUySURFME1sRTJOVFlnTVRBeElEVTRPQ0EwTUZRME16TWdMVEl5VVRNNE1TQXRNaklnTWpnNUlERlVNVFUySURJNFRERTBNU0F5T1V3eE16RWdNakJSTVRFeElEQWdPRGNnTFRFeFdpSXZQanh3WVhSb0lHbGtQU0pOU2xndE1pMVVSVmd0VGkwMU5pSWdaRDBpVFRFeE5DQTJNakJSTVRFeklEWXlNU0F4TVRBZ05qSTBWREV3TnlBMk1qZFVNVEF6SURZek1GUTVPQ0EyTXpKVU9URWdOak0wVkRnd0lEWXpOVlEyTnlBMk16WlVORGdnTmpNM1NERTVWalk0TTBneU9GRTBOaUEyT0RBZ01UVXlJRFk0TUZFeU56TWdOamd3SURJNU5DQTJPRE5JTXpBMVZqWXpOMGd5T0RSUk1qSXpJRFl6TkNBeU1qTWdOakl3VVRJeU15QTJNVGdnTXpFeklETTNNbFEwTURRZ01USTJURFE1TUNBek5UaFJOVGMxSURVNE9DQTFOelVnTlRrM1VUVTNOU0EyTVRZZ05UVTBJRFl5TmxRMU1EZ2dOak0zU0RVd00xWTJPRE5JTlRFeVVUVXlOeUEyT0RBZ05qSTNJRFk0TUZFM01UZ2dOamd3SURjeU5DQTJPRE5JTnpNd1ZqWXpOMGczTWpOUk5qUTRJRFl6TnlBMk1qY2dOVGsyVVRZeU55QTFPVFVnTlRFMUlESTVNVlEwTURFZ0xURTBVVE01TmlBdE1qSWdNemd5SUMweU1rZ3pOelJJTXpZM1VUTTFNeUF0TWpJZ016UTRJQzB4TkZFek5EWWdMVEV5SURJek1TQXpNRE5STVRFMElEWXhOeUF4TVRRZ05qSXdXaUl2UGp4d1lYUm9JR2xrUFNKTlNsZ3RNaTFVUlZndFRpMDBNU0lnWkQwaVRUSTFOU0F3VVRJME1DQXpJREUwTUNBelVUUTRJRE1nTXprZ01FZ3pNbFkwTmtnME4xRXhNVGtnTkRrZ01UTTVJRGc0VVRFME1DQTVNU0F4T1RJZ01qUTFWREk1TlNBMU5UTlVNelE0SURjd09GRXpOVEVnTnpFMklETTJOaUEzTVRaSU16YzJVVE01TmlBM01UVWdOREF3SURjd09WRTBNRElnTnpBM0lEVXdPQ0F6T1RCTU5qRTNJRFkzVVRZeU5DQTFOQ0EyTXpZZ05URlVOamczSURRMlNEY3hOMVl3U0Rjd09GRTJPVGtnTXlBMU9ERWdNMUUwTlRnZ015QTBNemNnTUVnME1qZFdORFpJTkRRd1VUVXhNQ0EwTmlBMU1UQWdOalJSTlRFd0lEWTJJRFE0TmlBeE16aE1ORFl5SURJd09VZ3lNamxNTWpBNUlERTFNRkV4T0RrZ09URWdNVGc1SURnMVVURTRPU0EzTWlBeU1Ea2dOVGxVTWpVNUlEUTJTREkyTkZZd1NESTFOVnBOTkRRM0lESTFOVXd6TkRVZ05UVTNUREkwTkNBeU5UWlJNalEwSURJMU5TQXpORFVnTWpVMVNEUTBOMW9pTHo0OGNHRjBhQ0JwWkQwaVRVcFlMVEl0VkVWWUxVNHRORFVpSUdROUlrMHhNamdnTmpFNVVURXlNU0EyTWpZZ01URTNJRFl5T0ZReE1ERWdOak14VkRVNElEWXpORWd5TlZZMk9EQklOVGszVmpZM05sRTFPVGtnTmpjd0lEWXhNU0ExTmpCVU5qSTFJRFEwTkZZME5EQklOVGcxVmpRME5GRTFPRFFnTkRRM0lEVTRNaUEwTmpWUk5UYzRJRFV3TUNBMU56QWdOVEkyVkRVMU15QTFOekZVTlRJNElEWXdNVlEwT1RnZ05qRTVWRFExTnlBMk1qbFVOREV4SURZek0xUXpOVE1nTmpNMFVUSTJOaUEyTXpRZ01qVXhJRFl6TTFReU16TWdOakl5VVRJek15QTJNaklnTWpNeklEWXlNVkV5TXpJZ05qRTVJREl6TWlBME9UZFdNemMyU0RJNE5sRXpOVGtnTXpjNElETTNOeUF6T0RWUk5ERXpJRFF3TVNBME1UWWdORFk1VVRReE5pQTBOekVnTkRFMklEUTNNMVkwT1ROSU5EVTJWakl4TTBnME1UWldNak16VVRReE5TQXlOamdnTkRBNElESTRPRlF6T0RNZ016RTNWRE0wT1NBek1qaFVNamszSURNek1GRXlPVEFnTXpNd0lESTROaUF6TXpCSU1qTXlWakU1TmxZeE1UUlJNak15SURVM0lESXpOeUExTWxFeU5ETWdORGNnTWpnNUlEUTNTRE0wTUVnek9URlJOREk0SURRM0lEUTFNaUExTUZRMU1EVWdOakpVTlRVeUlEa3lWRFU0TkNBeE5EWlJOVGswSURFM01pQTFPVGtnTWpBd1ZEWXdOeUF5TkRkVU5qRXlJREkzTUZZeU56TklOalV5VmpJM01GRTJOVEVnTWpZM0lEWXpNaUF4TXpkVU5qRXdJRE5XTUVneU5WWTBOa2cxT0ZFeE1EQWdORGNnTVRBNUlEUTVWREV5T0NBMk1WWTJNVGxhSWk4K1BIQmhkR2dnYVdROUlrMUtXQzB5TFZSRldDMU9MVE5FSWlCa1BTSk5OVFlnTXpRM1VUVTJJRE0yTUNBM01DQXpOamRJTnpBM1VUY3lNaUF6TlRrZ056SXlJRE0wTjFFM01qSWdNek0ySURjd09DQXpNamhNTXprd0lETXlOMGczTWxFMU5pQXpNeklnTlRZZ016UTNXazAxTmlBeE5UTlJOVFlnTVRZNElEY3lJREUzTTBnM01EaFJOekl5SURFMk15QTNNaklnTVRVelVUY3lNaUF4TkRBZ056QTNJREV6TTBnM01GRTFOaUF4TkRBZ05UWWdNVFV6V2lJdlBqeHdZWFJvSUdsa1BTSk5TbGd0TWkxVVJWZ3RSQzB4UkRVelF5SWdaRDBpVFRFeUlEWTJObEV4TWlBMk56VWdNalFnTmpnelNEVTRNbEUxT1RBZ05qZ3dJRFU1TXlBMk56SldOVGc0VVRVNU15QTFNVFFnTlRreElEVXdNbFExTnpVZ05Ea3dVVFUyTnlBME9UQWdOVFl6SURRNU5WUTFOVFVnTlRFM1VUVTFNaUExTlRZZ05URTNJRFU1TUZFME9EWWdOakl6SURRME5TQTJNelJVTXpRd0lEWTBPRWd5T0RKUk1qWTJJRFl6TmlBeU5qUWdOakl3VkRJMk1DQTBPVEpXTXpjd1NESTNOMUV6TWprZ016YzFJRE0xT0NBek9URlVOREEwSURRek9WRTBNakFnTkRnd0lEUXlNQ0ExTURaUk5ESXdJRFV5T1NBME16WWdOVEk1VVRRME5TQTFNamtnTkRVeElEVXlNVkUwTlRVZ05URTNJRFExTlNBek5qRlJORFUxSURNek15QTBOVFVnTWprNFZEUTFOaUF5TlROUk5EVTJJREl4TnlBME5UTWdNakEzVkRRek55QXhPVGRSTkRJd0lERTVOaUEwTWpBZ01qRTNVVFF5TUNBeU5EQWdOREEySURJM01GRXpOemNnTXpJNElESTROQ0F6TXpWSU1qWXdWakl3TVZFeU5qRWdNVGMwSURJMk1TQXhNelJSTWpZeUlEY3pJREkyTkNBMk1WUXlOemdnTXpoUk1qZ3hJRE0ySURJNE1pQXpOVWd6TXpGUk5EQXdJRE0xSURRME9TQTFNRkUxTnpFZ09UTWdOakF5SURFM09WRTJNRFVnTWpBeklEWXlNaUF5TUROUk5qSTVJREl3TXlBMk16UWdNVGszVkRZME1DQXhPRE5STmpNNElERTRNU0EyTWpRZ09UVlVOakEwSUROTU5qQXdJQzB4U0RJMFVURXlJRFVnTVRJZ01UWlJNVElnTXpVZ05URWdNelZST1RJZ016Z2dPVGNnTlRKUk1UQXlJRFl3SURFd01pQXpOREZVT1RjZ05qTXlVVGt4SURZME5TQTFNU0EyTkRoUk1USWdOalE0SURFeUlEWTJObHBOTVRNM0lETTBNVkV4TXpjZ01UTXhJREV6TmlBNE9WUXhNekFnTXpkUk1USTVJRE0ySURFeU9TQXpOVWd5TXpWUk1qTXpJRFF4SURJek1TQTBPRXd5TWpZZ05qRldOakl6VERJek1TQTJNelZNTWpNMUlEWTBPRWd4TWpsUk1UTXlJRFkwTVNBeE16TWdOak00VkRFek5TQTJNRE5VTVRNM0lEVXhOMVF4TXpjZ016UXhXazAxTlRjZ05qQXpWalkwT0VnMU1EUlJOVEEwSURZME5pQTFNVFVnTmpNNVVUVXlOeUEyTXpRZ05UUXlJRFl4T1V3MU5UY2dOakF6V2swME1qQWdNekUzVmpNNU4wdzBNRFlnTXpnelVUTTVOQ0F6TnpBZ016Z3dJRE0yTTB3ek5qWWdNelUxVVRNM015QXpOVEFnTXpneUlETTBObEUwTURBZ016TXpJRFF3T1NBek1qaE1OREl3SURNeE4xcE5OVGd5SURZeFREVTROaUE0T0ZFMU9EVWdPRGdnTlRneUlEZ3pVVFUxTnlBMk1TQTFNallnTkRaTU5URXhJRE0zVERVME1pQXpOVWcxTnpkUk5UYzNJRE0ySURVM09DQXpPVlExT0RBZ05EbFVOVGd5SURZeFdpSXZQanh3WVhSb0lHbGtQU0pOU2xndE1pMVVSVmd0U1MweFJEUTFSU0lnWkQwaVRUTXpJREUxTjFFek15QXlOVGdnTVRBNUlETTBPVlF5T0RBZ05EUXhVVE0wTUNBME5ERWdNemN5SURNNE9WRXpOek1nTXprd0lETTNOeUF6T1RWVU16ZzRJRFF3TmxRME1EUWdOREU0VVRRek9DQTBORElnTkRVd0lEUTBNbEUwTlRRZ05EUXlJRFExTnlBME16bFVORFl3SURRek5GRTBOakFnTkRJMUlETTVNU0F4TkRsUk16SXdJQzB4TXpVZ016SXdJQzB4TXpsUk16SXdJQzB4TkRjZ016WTFJQzB4TkRoSU16a3dVVE01TmlBdE1UVTJJRE01TmlBdE1UVTNWRE01TXlBdE1UYzFVVE00T1NBdE1UZzRJRE00TXlBdE1UazBTRE0zTUZFek16a2dMVEU1TWlBeU5qSWdMVEU1TWxFeU16UWdMVEU1TWlBeU1URWdMVEU1TWxReE56UWdMVEU1TWxReE5UY2dMVEU1TTFFeE5ETWdMVEU1TXlBeE5ETWdMVEU0TlZFeE5ETWdMVEU0TWlBeE5EVWdMVEUzTUZFeE5Ea2dMVEUxTkNBeE5USWdMVEUxTVZReE56SWdMVEUwT0ZFeU1qQWdMVEUwT0NBeU16QWdMVEUwTVZFeU16Z2dMVEV6TmlBeU5UZ2dMVFV6VkRJM09TQXpNbEV5TnprZ016TWdNamN5SURJNVVUSXlOQ0F0TVRBZ01UY3lJQzB4TUZFeE1UY2dMVEV3SURjMUlETXdWRE16SURFMU4xcE5NelV5SURNeU5sRXpNamtnTkRBMUlESTNOeUEwTURWUk1qUXlJRFF3TlNBeU1UQWdNemMwVkRFMk1DQXlPVE5STVRNeElESXhOQ0F4TVRrZ01USTVVVEV4T1NBeE1qWWdNVEU1SURFeE9GUXhNVGdnTVRBMlVURXhPQ0EyTVNBeE16WWdORFJVTVRjNUlESTJVVEl6TXlBeU5pQXlPVEFnT1RoTU1qazRJREV3T1V3ek5USWdNekkyV2lJdlBqeHdZWFJvSUdsa1BTSk5TbGd0TWkxVVJWZ3RTUzB4UkRjeE9TSWdaRDBpVFRRd09TQTJPRGhSTkRFeklEWTVOQ0EwTWpFZ05qazBTRFF5T1VnME5ESlJORFE0SURZNE9DQTBORGdnTmpnMlVUUTBPQ0EyTnprZ05ERTRJRFUyTTFFME1URWdOVE0xSURRd05DQTFNRFJVTXpreUlEUTFPRXd6T0RnZ05EUXlVVE00T0NBME5ERWdNemszSURRME1WUTBNamtnTkRNMVZEUTNOeUEwTVRoUk5USXhJRE01TnlBMU5UQWdNelUzVkRVM09TQXlOakJVTlRRNElERTFNVlEwTnpFZ05qVlVNemMwSURFeFZESTNPU0F0TVRCSU1qYzFUREkxTVNBdE1UQTFVVEkwTlNBdE1USTRJREl6T0NBdE1UWXdVVEl6TUNBdE1Ua3lJREl5TnlBdE1UazRWREl4TlNBdE1qQTFTREl3T1ZFeE9Ea2dMVEl3TlNBeE9Ea2dMVEU1T0ZFeE9Ea2dMVEU1TXlBeU1URWdMVEV3TTB3eU16UWdMVEV4VVRJek5DQXRNVEFnTWpJMklDMHhNRkV5TWpFZ0xURXdJREl3TmlBdE9GUXhOakVnTmxReE1EY2dNelpVTmpJZ09EbFVORE1nTVRjeFVUUXpJREl6TVNBM05pQXlPRFJVTVRVM0lETTNNRlF5TlRRZ05ESXlWRE0wTWlBME5ERlJNelEzSURRME1TQXpORGdnTkRRMVRETTNPQ0ExTmpkUk5EQTVJRFk0TmlBME1Ea2dOamc0V2sweE1qSWdNVFV3VVRFeU1pQXhNVFlnTVRNMElEa3hWREUyTnlBMU0xUXlNRE1nTXpWVU1qTTNJREkzU0RJME5Fd3pNemNnTkRBMFVUTXpNeUEwTURRZ016STJJRFF3TTFReU9UY2dNemsxVkRJMU5TQXpOemxVTWpFeElETTFNRlF4TnpBZ016QTBVVEUxTWlBeU56WWdNVE0zSURJek4xRXhNaklnTVRreElERXlNaUF4TlRCYVRUVXdNQ0F5T0RKUk5UQXdJRE15TUNBME9EUWdNelEzVkRRME5DQXpPRFZVTkRBMUlEUXdNRlF6T0RFZ05EQTBTRE0zT0V3ek16SWdNakUzVERJNE5DQXlPVkV5T0RRZ01qY2dNamcxSURJM1VUSTVNeUF5TnlBek1UY2dNek5VTXpVM0lEUTNVVFF3TUNBMk5pQTBNekVnTVRBd1ZEUTNOU0F4TnpCVU5EazBJREl6TkZRMU1EQWdNamd5V2lJdlBqeHdZWFJvSUdsa1BTSk5TbGd0TWkxVVJWZ3RUaTB5T0NJZ1pEMGlUVGswSURJMU1GRTVOQ0F6TVRrZ01UQTBJRE00TVZReE1qY2dORGc0VkRFMk5DQTFOelpVTWpBeUlEWTBNMVF5TkRRZ05qazFWREkzTnlBM01qbFVNekF5SURjMU1FZ3pNVFZJTXpFNVVUTXpNeUEzTlRBZ016TXpJRGMwTVZFek16TWdOek00SURNeE5pQTNNakJVTWpjMUlEWTJOMVF5TWpZZ05UZ3hWREU0TkNBME5ETlVNVFkzSURJMU1GUXhPRFFnTlRoVU1qSTFJQzA0TVZReU56UWdMVEUyTjFRek1UWWdMVEl5TUZRek16TWdMVEkwTVZFek16TWdMVEkxTUNBek1UZ2dMVEkxTUVnek1UVklNekF5VERJM05DQXRNakkyVVRFNE1DQXRNVFF4SURFek55QXRNVFJVT1RRZ01qVXdXaUl2UGp4d1lYUm9JR2xrUFNKTlNsZ3RNaTFVUlZndFNTMHhSRFEyTnlJZ1pEMGlUVE0wTnlBek16aFJNek0zSURNek9DQXlPVFFnTXpRNVZESXpNU0F6TmpCUk1qRXhJRE0yTUNBeE9UY2dNelUyVkRFM05DQXpORFpVTVRZeUlETXpOVlF4TlRVZ016STBUREUxTXlBek1qQlJNVFV3SURNeE55QXhNemdnTXpFM1VURXhOeUF6TVRjZ01URTNJRE15TlZFeE1UY2dNek13SURFeU1DQXpNemxSTVRNeklETTNPQ0F4TmpNZ05EQTJWREl5T1NBME5EQlJNalF4SURRME1pQXlORFlnTkRReVVUSTNNU0EwTkRJZ01qa3hJRFF5TlZRek1qa2dNemt5VkRNMk55QXpOelZSTXpnNUlETTNOU0EwTVRFZ05EQTRWRFF6TkNBME5ERlJORE0xSURRME1pQTBORGtnTkRReVNEUTJNbEUwTmpnZ05ETTJJRFEyT0NBME16UlJORFk0SURRek1DQTBOak1nTkRJd1ZEUTBPU0F6T1RsVU5ETXlJRE0zTjFRME1UZ2dNelU0VERReE1TQXpORGxSTXpZNElESTVPQ0F5TnpVZ01qRTBWREUyTUNBeE1EWk1NVFE0SURrMFRERTJNeUE1TTFFeE9EVWdPVE1nTWpJM0lEZ3lWREk1TUNBM01WRXpNamdnTnpFZ016WXdJRGt3VkRRd01pQXhOREJSTkRBMklERTBPU0EwTURrZ01UVXhWRFF5TkNBeE5UTlJORFF6SURFMU15QTBORE1nTVRRelVUUTBNeUF4TXpnZ05EUXlJREV6TkZFME1qVWdOeklnTXpjMklETXhWREkzT0NBdE1URlJNalV5SUMweE1TQXlNeklnTmxReE9UTWdOREJVTVRVMUlEVTNVVEV4TVNBMU55QTNOaUF0TTFFM01DQXRNVEVnTlRrZ0xURXhTRFUwU0RReFVUTTFJQzAxSURNMUlDMHlVVE0xSURFeklEa3pJRGcwVVRFek1pQXhNamtnTWpJMUlESXhORlF6TkRBZ016SXlVVE0xTWlBek16Z2dNelEzSURNek9Gb2lMejQ4Y0dGMGFDQnBaRDBpVFVwWUxUSXRWRVZZTFU0dE4wTWlJR1E5SWsweE16a2dMVEkwT1VneE16ZFJNVEkxSUMweU5Ea2dNVEU1SUMweU16VldNalV4VERFeU1DQTNNemRSTVRNd0lEYzFNQ0F4TXprZ056VXdVVEUxTWlBM05UQWdNVFU1SURjek5WWXRNak0xVVRFMU1TQXRNalE1SURFME1TQXRNalE1U0RFek9Wb2lMejQ4Y0dGMGFDQnBaRDBpVFVwWUxUSXRWRVZZTFVrdE1VUTBOalVpSUdROUlrMDFNaUF5T0RsUk5Ua2dNek14SURFd05pQXpPRFpVTWpJeUlEUTBNbEV5TlRjZ05EUXlJREk0TmlBME1qUlVNekk1SURNM09WRXpOekVnTkRReUlEUXpNQ0EwTkRKUk5EWTNJRFEwTWlBME9UUWdOREl3VkRVeU1pQXpOakZSTlRJeUlETXpNaUExTURnZ016RTBWRFE0TVNBeU9USlVORFU0SURJNE9GRTBNemtnTWpnNElEUXlOeUF5T1RsVU5ERTFJRE15T0ZFME1UVWdNemMwSURRMk5TQXpPVEZSTkRVMElEUXdOQ0EwTWpVZ05EQTBVVFF4TWlBME1EUWdOREEySURRd01sRXpOamdnTXpnMklETTFNQ0F6TXpaUk1qa3dJREV4TlNBeU9UQWdOemhSTWprd0lEVXdJRE13TmlBek9GUXpOREVnTWpaUk16YzRJREkySURReE5DQTFPVlEwTmpNZ01UUXdVVFEyTmlBeE5UQWdORFk1SURFMU1WUTBPRFVnTVRVelNEUTRPVkUxTURRZ01UVXpJRFV3TkNBeE5EVlJOVEEwSURFME5DQTFNRElnTVRNMFVUUTROaUEzTnlBME5EQWdNek5VTXpNeklDMHhNVkV5TmpNZ0xURXhJREl5TnlBMU1sRXhPRFlnTFRFd0lERXpNeUF0TVRCSU1USTNVVGM0SUMweE1DQTFOeUF4TmxRek5TQTNNVkV6TlNBeE1ETWdOVFFnTVRJelZEazVJREUwTTFFeE5ESWdNVFF6SURFME1pQXhNREZSTVRReUlEZ3hJREV6TUNBMk5sUXhNRGNnTkRaVU9UUWdOREZNT1RFZ05EQlJPVEVnTXprZ09UY2dNelpVTVRFeklESTVWREV6TWlBeU5sRXhOamdnTWpZZ01UazBJRGN4VVRJd015QTROeUF5TVRjZ01UTTVWREkwTlNBeU5EZFVNall4SURNeE0xRXlOallnTXpRd0lESTJOaUF6TlRKUk1qWTJJRE00TUNBeU5URWdNemt5VkRJeE55QTBNRFJSTVRjM0lEUXdOQ0F4TkRJZ016Y3lWRGt6SURJNU1GRTVNU0F5T0RFZ09EZ2dNamd3VkRjeUlESTNPRWcxT0ZFMU1pQXlPRFFnTlRJZ01qZzVXaUl2UGp4d1lYUm9JR2xrUFNKTlNsZ3RNaTFVUlZndFRpMHlPU0lnWkQwaVRUWXdJRGMwT1V3Mk5DQTNOVEJSTmprZ056VXdJRGMwSURjMU1FZzROa3d4TVRRZ056STJVVEl3T0NBMk5ERWdNalV4SURVeE5GUXlPVFFnTWpVd1VUSTVOQ0F4T0RJZ01qZzBJREV4T1ZReU5qRWdNVEpVTWpJMElDMDNObFF4T0RZZ0xURTBNMVF4TkRVZ0xURTVORlF4TVRNZ0xUSXlOMVE1TUNBdE1qUTJVVGczSUMweU5Ea2dPRFlnTFRJMU1FZzNORkUyTmlBdE1qVXdJRFl6SUMweU5UQlVOVGdnTFRJME4xUTFOU0F0TWpNNFVUVTJJQzB5TXpjZ05qWWdMVEl5TlZFeU1qRWdMVFkwSURJeU1TQXlOVEJVTmpZZ056STFVVFUySURjek55QTFOU0EzTXpoUk5UVWdOelEySURZd0lEYzBPVm9pTHo0OGNHRjBhQ0JwWkQwaVRVcFlMVEl0VkVWWUxVNHROVUlpSUdROUlrMHhNVGdnTFRJMU1GWTNOVEJJTWpVMVZqY3hNRWd4TlRoV0xUSXhNRWd5TlRWV0xUSTFNRWd4TVRoYUlpOCtQSEJoZEdnZ2FXUTlJazFLV0MweUxWUkZXQzFPTFRaRElpQmtQU0pOTkRJZ05EWklOVFpST1RVZ05EWWdNVEF6SURZd1ZqWTRVVEV3TXlBM055QXhNRE1nT1RGVU1UQXpJREV5TkZReE1EUWdNVFkzVkRFd05DQXlNVGRVTVRBMElESTNNbFF4TURRZ016STVVVEV3TkNBek5qWWdNVEEwSURRd04xUXhNRFFnTkRneVZERXdOQ0ExTkRKVU1UQXpJRFU0TmxReE1ETWdOakF6VVRFd01DQTJNaklnT0RrZ05qSTRWRFEwSURZek4wZ3lObFkyTmpCUk1qWWdOamd6SURJNElEWTRNMHd6T0NBMk9EUlJORGdnTmpnMUlEWTNJRFk0TmxReE1EUWdOamc0VVRFeU1TQTJPRGtnTVRReElEWTVNRlF4TnpFZ05qa3pWREU0TWlBMk9UUklNVGcxVmpNM09WRXhPRFVnTmpJZ01UZzJJRFl3VVRFNU1DQTFNaUF4T1RnZ05EbFJNakU1SURRMklESTBOeUEwTmtneU5qTldNRWd5TlRWTU1qTXlJREZSTWpBNUlESWdNVGd6SURKVU1UUTFJRE5VTVRBM0lETlVOVGNnTVV3ek5DQXdTREkyVmpRMlNEUXlXaUl2UGp4d1lYUm9JR2xrUFNKTlNsZ3RNaTFVUlZndFRpMDJSaUlnWkQwaVRUSTRJREl4TkZFeU9DQXpNRGtnT1RNZ016YzRWREkxTUNBME5EaFJNelF3SURRME9DQTBNRFVnTXpnd1ZEUTNNU0F5TVRWUk5EY3hJREV5TUNBME1EY2dOVFZVTWpVd0lDMHhNRkV4TlRNZ0xURXdJRGt4SURVM1ZESTRJREl4TkZwTk1qVXdJRE13VVRNM01pQXpNQ0F6TnpJZ01Ua3pWakl5TlZZeU5UQlJNemN5SURJM01pQXpOekVnTWpnNFZETTJOQ0F6TWpaVU16UTRJRE0yTWxRek1UY2dNemt3VkRJMk9DQTBNVEJSTWpZeklEUXhNU0F5TlRJZ05ERXhVVEl5TWlBME1URWdNVGsxSURNNU9WRXhOVElnTXpjM0lERXpPU0F6TXpoVU1USTJJREkwTmxZeU1qWlJNVEkySURFek1DQXhORFVnT1RGUk1UYzNJRE13SURJMU1DQXpNRm9pTHo0OGNHRjBhQ0JwWkQwaVRVcFlMVEl0VkVWWUxVNHROamNpSUdROUlrMHpNamtnTkRBNVVUTTNNeUEwTlRNZ05ESTVJRFExTTFFME5Ua2dORFV6SURRM01pQTBNelJVTkRnMUlETTVObEUwT0RVZ016Z3lJRFEzTmlBek56RlVORFE1SURNMk1GRTBNVFlnTXpZd0lEUXhNaUF6T1RCUk5ERXdJRFF3TkNBME1UVWdOREV4VVRReE5TQTBNVElnTkRFMklEUXhORlkwTVRWUk16ZzRJRFF4TWlBek5qTWdNemt6VVRNMU5TQXpPRGdnTXpVMUlETTRObEV6TlRVZ016ZzFJRE0xT1NBek9ERlVNelk0SURNMk9WUXpOemtnTXpVeFZETTRPQ0F6TWpWVU16a3lJREk1TWxFek9USWdNak13SURNME15QXhPRGRVTWpJeUlERTBNMUV4TnpJZ01UUXpJREV5TXlBeE56RlJNVEV5SURFMU15QXhNVElnTVRNelVURXhNaUE1T0NBeE16Z2dPREZSTVRRM0lEYzFJREUxTlNBM05WUXlNamNnTnpOUk16RXhJRGN5SURNek5TQTJOMUV6T1RZZ05UZ2dORE14SURJMlVUUTNNQ0F0TVRNZ05EY3dJQzAzTWxFME56QWdMVEV6T1NBek9USWdMVEUzTlZFek16SWdMVEl3TmlBeU5UQWdMVEl3TmxFeE5qY2dMVEl3TmlBeE1EY2dMVEUzTlZFeU9TQXRNVFF3SURJNUlDMDNOVkV5T1NBdE16a2dOVEFnTFRFMVZEa3lJREU0VERFd015QXlORkUyTnlBMU5TQTJOeUF4TURoUk5qY2dNVFUxSURrMklERTVNMUUxTWlBeU16Y2dOVElnTWpreVVUVXlJRE0xTlNBeE1ESWdNems0VkRJeU15QTBOREpSTWpjMElEUTBNaUF6TVRnZ05ERTJURE15T1NBME1EbGFUVEk1T1NBek5ETlJNamswSURNM01TQXlOek1nTXpnM1ZESXlNU0EwTURSUk1Ua3lJRFF3TkNBeE56RWdNemc0VkRFME5TQXpORE5STVRReUlETXlOaUF4TkRJZ01qa3lVVEUwTWlBeU5EZ2dNVFE1SURJeU4xUXhOemtnTVRreVVURTVOaUF4T0RJZ01qSXlJREU0TWxFeU5EUWdNVGd5SURJMk1DQXhPRGxVTWpneklESXdOMVF5T1RRZ01qSTNWREk1T1NBeU5ESlJNekF5SURJMU9DQXpNRElnTWpreVZESTVPU0F6TkROYVRUUXdNeUF0TnpWUk5EQXpJQzAxTUNBek9Ea2dMVE0wVkRNME9DQXRNVEZVTWprNUlDMHlWREkwTlNBd1NESXhPRkV4TlRFZ01DQXhNemdnTFRaUk1URTRJQzB4TlNBeE1EY2dMVE0wVkRrMUlDMDNORkU1TlNBdE9EUWdNVEF4SUMwNU4xUXhNaklnTFRFeU4xUXhOekFnTFRFMU5WUXlOVEFnTFRFMk4xRXpNVGtnTFRFMk55QXpOakVnTFRFek9WUTBNRE1nTFRjMVdpSXZQanh3WVhSb0lHbGtQU0pOU2xndE1pMVVSVmd0VGkweU1EWXhJaUJrUFNJaUx6NDhjR0YwYUNCcFpEMGlUVXBZTFRJdFZFVllMVWt0TVVRME5VUWlJR1E5SWsweU15QXlPRGRSTWpRZ01qa3dJREkxSURJNU5WUXpNQ0F6TVRkVU5EQWdNelE0VkRVMUlETTRNVlEzTlNBME1URlVNVEF4SURRek0xUXhNelFnTkRReVVUSXdPU0EwTkRJZ01qTXdJRE0zT0V3eU5EQWdNemczVVRNd01pQTBORElnTXpVNElEUTBNbEUwTWpNZ05EUXlJRFEyTUNBek9UVlVORGszSURJNE1WRTBPVGNnTVRjeklEUXlNU0E0TWxReU5Ea2dMVEV3VVRJeU55QXRNVEFnTWpFd0lDMDBVVEU1T1NBeElERTROeUF4TVZReE5qZ2dNamhNTVRZeElETTJVVEUyTUNBek5TQXhNemtnTFRVeFZERXhPQ0F0TVRNNFVURXhPQ0F0TVRRMElERXlOaUF0TVRRMVZERTJNeUF0TVRRNFNERTRPRkV4T1RRZ0xURTFOU0F4T1RRZ0xURTFOMVF4T1RFZ0xURTNOVkV4T0RnZ0xURTROeUF4T0RVZ0xURTVNRlF4TnpJZ0xURTVORkV4TnpBZ0xURTVOQ0F4TmpFZ0xURTVORlF4TWpjZ0xURTVNMVEyTlNBdE1Ua3lVUzAxSUMweE9USWdMVEkwSUMweE9UUklMVE15VVMwek9TQXRNVGczSUMwek9TQXRNVGd6VVMwek55QXRNVFUySUMweU5pQXRNVFE0U0MwMlVUSTRJQzB4TkRjZ016TWdMVEV6TmxFek5pQXRNVE13SURrMElERXdNMVF4TlRVZ016VXdVVEUxTmlBek5UVWdNVFUySURNMk5GRXhOVFlnTkRBMUlERXpNU0EwTURWUk1UQTVJRFF3TlNBNU5DQXpOemRVTnpFZ016RTJWRFU1SURJNE1GRTFOeUF5TnpnZ05ETWdNamM0U0RJNVVUSXpJREk0TkNBeU15QXlPRGRhVFRFM09DQXhNREpSTWpBd0lESTJJREkxTWlBeU5sRXlPRElnTWpZZ016RXdJRFE1VkRNMU5pQXhNRGRSTXpjMElERTBNU0F6T1RJZ01qRTFWRFF4TVNBek1qVldNek14VVRReE1TQTBNRFVnTXpVd0lEUXdOVkV6TXprZ05EQTFJRE15T0NBME1ESlVNekEySURNNU0xUXlPRFlnTXpnd1ZESTJPU0F6TmpWVU1qVTBJRE0xTUZReU5ETWdNek0yVkRJek5TQXpNalpNTWpNeUlETXlNbEV5TXpJZ016SXhJREl5T1NBek1EaFVNakU0SURJMk5GUXlNRFFnTWpFeVVURTNPQ0F4TURZZ01UYzRJREV3TWxvaUx6NDhjR0YwYUNCcFpEMGlUVXBZTFRJdFZFVllMVWt0TVVRM01ETWlJR1E5SWswek5TQXlNREJSTXpVZ016QXlJRGMwSURReE5WUXhPREFnTmpFd1ZETXhPU0EzTURSUk16SXdJRGN3TkNBek1qY2dOekEwVkRNek9TQTNNRFZSTXpreklEY3dNU0EwTWpNZ05qVTJVVFEyTWlBMU9UWWdORFl5SURRNU5WRTBOaklnTXpnd0lEUXhOeUF5TmpGVU16QXlJRFkyVkRFMk9DQXRNVEJJTVRZeFVURXlOU0F0TVRBZ09Ua2dNVEJVTmpBZ05qTlVOREVnTVRNd1ZETTFJREl3TUZwTk16Z3pJRFUyTmxFek9ETWdOalk0SURNek1DQTJOamhSTWprMElEWTJPQ0F5TmpBZ05qSXpWREl3TkNBMU1qRlVNVGN3SURReU1WUXhOVGNnTXpjeFVUSXdOaUF6TnpBZ01qVTBJRE0zTUV3ek5URWdNemN4VVRNMU1pQXpOeklnTXpVNUlEUXdORlF6TnpVZ05EZzBWRE00TXlBMU5qWmFUVEV4TXlBeE16SlJNVEV6SURJMklERTJOaUF5TmxFeE9ERWdNallnTVRrNElETTJWREl6T1NBM05GUXlPRGNnTVRZeFZETXpOU0F6TURkTU16UXdJRE15TkVneE5EVlJNVFExSURNeU1TQXhNellnTWpnMlZERXlNQ0F5TURoVU1URXpJREV6TWxvaUx6NDhjR0YwYUNCcFpEMGlUVXBZTFRJdFZFVllMVTR0TlVRaUlHUTlJazB5TWlBM01UQldOelV3U0RFMU9WWXRNalV3U0RJeVZpMHlNVEJJTVRFNVZqY3hNRWd5TWxvaUx6NDhjR0YwYUNCcFpEMGlUVXBZTFRJdFZFVllMVTR0TWpJeE1pSWdaRDBpVFRnMElESXpOMVE0TkNBeU5UQlVPVGdnTWpjd1NEWTNPVkUyT1RRZ01qWXlJRFk1TkNBeU5UQlVOamM1SURJek1FZzVPRkU0TkNBeU16Y2dPRFFnTWpVd1dpSXZQanh3WVhSb0lHbGtQU0pOU2xndE1pMVVSVmd0U1MweFJEUXpOeUlnWkQwaVRUSTROeUEyTWpoUk1qZzNJRFl6TlNBeU16QWdOak0zVVRJd055QTJNemNnTWpBd0lEWXpPRlF4T1RNZ05qUTNVVEU1TXlBMk5UVWdNVGszSURZMk4xUXlNRFFnTmpneVVUSXdOaUEyT0RNZ05EQXpJRFk0TTFFMU56QWdOamd5SURVNU1DQTJPREpVTmpNd0lEWTNObEUzTURJZ05qVTVJRGMxTWlBMU9UZFVPREF6SURRek1WRTRNRE1nTWpjMUlEWTVOaUF4TlRGVU5EUTBJRE5NTkRNd0lERk1Nak0ySURCSU1USTFTRGN5VVRRNElEQWdOREVnTWxRek15QXhNVkV6TXlBeE15QXpOaUF5TlZFME1DQTBNU0EwTkNBME0xUTJOeUEwTmxFNU5DQTBOaUF4TWpjZ05EbFJNVFF4SURVeUlERTBOaUEyTVZFeE5Ea2dOalVnTWpFNElETXpPVlF5T0RjZ05qSTRXazAzTURNZ05EWTVVVGN3TXlBMU1EY2dOamt5SURVek4xUTJOallnTlRnMFZEWXlPU0EyTVROVU5Ua3dJRFl5T1ZRMU5UVWdOak0yVVRVMU15QTJNellnTlRReElEWXpObFExTVRJZ05qTTJWRFEzT1NBMk16ZElORE0yVVRNNU1pQTJNemNnTXpnMklEWXlOMUV6T0RRZ05qSXpJRE14TXlBek16bFVNalF5SURVeVVUSTBNaUEwT0NBeU5UTWdORGhVTXpNd0lEUTNVVE16TlNBME55QXpORGtnTkRkVU16Y3pJRFEyVVRRNU9TQTBOaUExT0RFZ01USTRVVFl4TnlBeE5qUWdOalF3SURJeE1sUTJPRE1nTXpNNVZEY3dNeUEwTmpsYUlpOCtQSEJoZEdnZ2FXUTlJazFLV0MweUxWUkZXQzFKTFRGRU5ETkZJaUJrUFNKTk1qZzFJRFl5T0ZFeU9EVWdOak0xSURJeU9DQTJNemRSTWpBMUlEWXpOeUF4T1RnZ05qTTRWREU1TVNBMk5EZFJNVGt4SURZME9TQXhPVE1nTmpZeFVURTVPU0EyT0RFZ01qQXpJRFk0TWxFeU1EVWdOamd6SURJeE5DQTJPRE5JTWpFNVVUSTJNQ0EyT0RFZ016VTFJRFk0TVZFek9Ea2dOamd4SURReE9DQTJPREZVTkRZeklEWTRNbFEwT0RNZ05qZ3lVVFV3TUNBMk9ESWdOVEF3SURZM05GRTFNREFnTmpZNUlEUTVOeUEyTmpCUk5EazJJRFkxT0NBME9UWWdOalUwVkRRNU5TQTJORGhVTkRreklEWTBORlEwT1RBZ05qUXhWRFE0TmlBMk16bFVORGM1SURZek9GUTBOekFnTmpNM1ZEUTFOaUEyTXpkUk5ERTJJRFl6TmlBME1EVWdOak0wVkRNNE55QTJNak5NTXpBMklETXdOVkV6TURjZ016QTFJRFE1TUNBME5EbFVOamM0SURVNU4xRTJPVElnTmpFeElEWTVNaUEyTWpCUk5qa3lJRFl6TlNBMk5qY2dOak0zVVRZMU1TQTJNemNnTmpVeElEWTBPRkUyTlRFZ05qVXdJRFkxTkNBMk5qSlVOalU1SURZM04xRTJOaklnTmpneUlEWTNOaUEyT0RKUk5qZ3dJRFk0TWlBM01URWdOamd4VkRjNU1TQTJPREJST0RFMElEWTRNQ0E0TXprZ05qZ3hWRGcyT1NBMk9ESlJPRGc1SURZNE1pQTRPRGtnTmpjeVVUZzRPU0EyTlRBZ09EZ3hJRFkwTWxFNE56Z2dOak0zSURnMk1pQTJNemRSTnpnM0lEWXpNaUEzTWpZZ05UZzJVVGN4TUNBMU56WWdOalUySURVek5GUTFOVFlnTkRVMVREVXdPU0EwTVRoTU5URTRJRE01TmxFMU1qY2dNemMwSURVME5pQXpNamxVTlRneElESTBORkUyTlRZZ05qY2dOall4SURZeFVUWTJNeUExT1NBMk5qWWdOVGRSTmpnd0lEUTNJRGN4TnlBME5rZzNNemhSTnpRMElETTRJRGMwTkNBek4xUTNOREVnTVRsUk56TTNJRFlnTnpNeElEQklOekl3VVRZNE1DQXpJRFl5TlNBelVUVXdNeUF6SURRNE9DQXdTRFEzT0ZFME56SWdOaUEwTnpJZ09WUTBOelFnTWpkUk5EYzRJRFF3SURRNE1DQTBNMVEwT1RFZ05EWklORGswVVRVME5DQTBOaUExTkRRZ056RlJOVFEwSURjMUlEVXhOeUF4TkRGVU5EZzFJREl4Tmt3ME1qY2dNelUwVERNMU9TQXpNREZNTWpreElESTBPRXd5TmpnZ01UVTFVVEkwTlNBMk15QXlORFVnTlRoUk1qUTFJRFV4SURJMU15QTBPVlF6TURNZ05EWklNek0wVVRNME1DQXpOeUF6TkRBZ016VlJNelF3SURFNUlETXpNeUExVVRNeU9DQXdJRE14TnlBd1VUTXhOQ0F3SURJNE1DQXhWREU0TUNBeVVURXhPQ0F5SURnMUlESlVORGtnTVZFek1TQXhJRE14SURFeFVUTXhJREV6SURNMElESTFVVE00SURReElEUXlJRFF6VkRZMUlEUTJVVGt5SURRMklERXlOU0EwT1ZFeE16a2dOVElnTVRRMElEWXhVVEUwTnlBMk5TQXlNVFlnTXpNNVZESTROU0EyTWpoYUlpOCtQSEJoZEdnZ2FXUTlJazFLV0MweUxWUkZXQzFKTFRGRU5ETkdJaUJrUFNKTk1qSTRJRFl6TjFFeE9UUWdOak0zSURFNU1pQTJOREZSTVRreElEWTBNeUF4T1RFZ05qUTVVVEU1TVNBMk56TWdNakF5SURZNE1sRXlNRFFnTmpneklESXhOeUEyT0ROUk1qY3hJRFk0TUNBek5EUWdOamd3VVRRNE5TQTJPREFnTlRBMklEWTRNMGcxTVRoUk5USTBJRFkzTnlBMU1qUWdOamMwVkRVeU1pQTJOVFpSTlRFM0lEWTBNU0ExTVRNZ05qTTNTRFEzTlZFME1EWWdOak0ySURNNU5DQTJNamhSTXpnM0lEWXlOQ0F6T0RBZ05qQXdWRE14TXlBek16WlJNamszSURJM01TQXlOemtnTVRrNFZESTFNaUE0T0V3eU5ETWdOVEpSTWpReklEUTRJREkxTWlBME9GUXpNVEVnTkRaSU16STRVVE0yTUNBME5pQXpOemtnTkRkVU5ESTRJRFUwVkRRM09DQTNNbFExTWpJZ01UQTJWRFUyTkNBeE5qRlJOVGd3SURFNU1TQTFPVFFnTWpJNFZEWXhNU0F5TnpCUk5qRTJJREkzTXlBMk1qZ2dNamN6U0RZME1WRTJORGNnTWpZMElEWTBOeUF5TmpKVU5qSTNJREl3TTFRMU9ETWdPRE5VTlRVM0lEbFJOVFUxSURRZ05UVXpJRE5VTlRNM0lEQlVORGswSUMweFVUUTRNeUF0TVNBME1UZ2dMVEZVTWprMElEQklNVEUyVVRNeUlEQWdNeklnTVRCUk16SWdNVGNnTXpRZ01qUlJNemtnTkRNZ05EUWdORFZSTkRnZ05EWWdOVGtnTkRaSU5qVlJPVElnTkRZZ01USTFJRFE1VVRFek9TQTFNaUF4TkRRZ05qRlJNVFEzSURZMUlESXhOaUF6TXpsVU1qZzFJRFl5T0ZFeU9EVWdOak0xSURJeU9DQTJNemRhSWk4K1BIQmhkR2dnYVdROUlrMUtXQzB5TFZSRldDMU9MVEl3TVRZaUlHUTlJazB4TXpNZ056TTJVVEV6T0NBM05UQWdNVFV6SURjMU1GRXhOalFnTnpVd0lERTNNQ0EzTXpsUk1UY3lJRGN6TlNBeE56SWdNalV3VkRFM01DQXRNak01VVRFMk5DQXRNalV3SURFMU1pQXRNalV3VVRFME5DQXRNalV3SURFek9DQXRNalEwVERFek55QXRNalF6VVRFek15QXRNalF4SURFek15QXRNVGM1VkRFek1pQXlOVEJSTVRNeUlEY3pNU0F4TXpNZ056TTJXazB6TWprZ056TTVVVE16TkNBM05UQWdNelEySURjMU1GRXpOVE1nTnpVd0lETTJNU0EzTkRSTU16WXlJRGMwTTFFek5qWWdOelF4SURNMk5pQTJOemxVTXpZM0lESTFNRlF6TmpjZ0xURTNPRlF6TmpJZ0xUSTBNMHd6TmpFZ0xUSTBORkV6TlRVZ0xUSTFNQ0F6TkRjZ0xUSTFNRkV6TXpVZ0xUSTFNQ0F6TWprZ0xUSXpPVkV6TWpjZ0xUSXpOU0F6TWpjZ01qVXdWRE15T1NBM016bGFJaTgrUEM5a1pXWnpQanhuSUhOMGNtOXJaVDBpWTNWeWNtVnVkRU52Ykc5eUlpQm1hV3hzUFNKamRYSnlaVzUwUTI5c2IzSWlJSE4wY205clpTMTNhV1IwYUQwaU1DSWdkSEpoYm5ObWIzSnRQU0p6WTJGc1pTZ3hMQzB4S1NJK1BHY2daR0YwWVMxdGJXd3RibTlrWlQwaWJXRjBhQ0krUEdjZ1pHRjBZUzF0Yld3dGJtOWtaVDBpYlhOMVlpSStQR2NnWkdGMFlTMXRiV3d0Ym05a1pUMGlWR1ZZUVhSdmJTSWdaR0YwWVMxdGFuZ3RkR1Y0WTJ4aGMzTTlJazlTUkNJK1BHY2daR0YwWVMxdGJXd3RibTlrWlQwaWJXa2lQangxYzJVZ1pHRjBZUzFqUFNJMFF5SWdlR3hwYm1zNmFISmxaajBpSTAxS1dDMHlMVlJGV0MxRExUUkRJaTgrUEM5blBqd3ZaejQ4WnlCa1lYUmhMVzF0YkMxdWIyUmxQU0pVWlZoQmRHOXRJaUIwY21GdWMyWnZjbTA5SW5SeVlXNXpiR0YwWlNnM01qTXNMVEUxTWk0M0tTQnpZMkZzWlNnd0xqY3dOeWtpSUdSaGRHRXRiV3A0TFhSbGVHTnNZWE56UFNKUFVrUWlQanhuSUdSaGRHRXRiVzFzTFc1dlpHVTlJbTEwWlhoMElqNDhkWE5sSUdSaGRHRXRZejBpTlRZaUlIaHNhVzVyT21oeVpXWTlJaU5OU2xndE1pMVVSVmd0VGkwMU5pSXZQangxYzJVZ1pHRjBZUzFqUFNJME1TSWdlR3hwYm1zNmFISmxaajBpSTAxS1dDMHlMVlJGV0MxT0xUUXhJaUIwY21GdWMyWnZjbTA5SW5SeVlXNXpiR0YwWlNnM05UQXNNQ2tpTHo0OGRYTmxJR1JoZEdFdFl6MGlORFVpSUhoc2FXNXJPbWh5WldZOUlpTk5TbGd0TWkxVVJWZ3RUaTAwTlNJZ2RISmhibk5tYjNKdFBTSjBjbUZ1YzJ4aGRHVW9NVFV3TUN3d0tTSXZQand2Wno0OEwyYytQQzluUGp4bklHUmhkR0V0Ylcxc0xXNXZaR1U5SW0xdklpQjBjbUZ1YzJadmNtMDlJblJ5WVc1emJHRjBaU2d5TlRrekxEQXBJajQ4ZFhObElHUmhkR0V0WXowaU0wUWlJSGhzYVc1ck9taHlaV1k5SWlOTlNsZ3RNaTFVUlZndFRpMHpSQ0l2UGp3dlp6NDhaeUJrWVhSaExXMXRiQzF1YjJSbFBTSnRjM1ZpSWlCMGNtRnVjMlp2Y20wOUluUnlZVzV6YkdGMFpTZ3pOalE0TGpnc01Da2lQanhuSUdSaGRHRXRiVzFzTFc1dlpHVTlJbFJsV0VGMGIyMGlJR1JoZEdFdGJXcDRMWFJsZUdOc1lYTnpQU0pQVWtRaVBqeG5JR1JoZEdFdGJXMXNMVzV2WkdVOUltMXBJajQ4ZFhObElHUmhkR0V0WXowaU1VUTFNME1pSUhoc2FXNXJPbWh5WldZOUlpTk5TbGd0TWkxVVJWZ3RSQzB4UkRVelF5SXZQand2Wno0OEwyYytQR2NnWkdGMFlTMXRiV3d0Ym05a1pUMGlWR1ZZUVhSdmJTSWdkSEpoYm5ObWIzSnRQU0owY21GdWMyeGhkR1VvTnpBd0xDMHhOell1TnlrZ2MyTmhiR1VvTUM0M01EY3BJaUJrWVhSaExXMXFlQzEwWlhoamJHRnpjejBpVDFKRUlqNDhaeUJrWVhSaExXMXRiQzF1YjJSbFBTSnRjM1ZpSWo0OFp5QmtZWFJoTFcxdGJDMXViMlJsUFNKdGFTSStQSFZ6WlNCa1lYUmhMV005SWpGRU5EVkZJaUI0YkdsdWF6cG9jbVZtUFNJalRVcFlMVEl0VkVWWUxVa3RNVVEwTlVVaUx6NDhMMmMrUEdjZ1pHRjBZUzF0Yld3dGJtOWtaVDBpYldraUlIUnlZVzV6Wm05eWJUMGlkSEpoYm5Oc1lYUmxLRFEzT1N3dE1UVXdLU0J6WTJGc1pTZ3dMamN3TnlraVBqeDFjMlVnWkdGMFlTMWpQU0l4UkRjeE9TSWdlR3hwYm1zNmFISmxaajBpSTAxS1dDMHlMVlJGV0MxSkxURkVOekU1SWk4K1BDOW5Qand2Wno0OFp5QmtZWFJoTFcxdGJDMXViMlJsUFNKdGJ5SWdkSEpoYm5ObWIzSnRQU0owY21GdWMyeGhkR1VvT1RVd0xqUXNNQ2tpUGp4MWMyVWdaR0YwWVMxalBTSXlPQ0lnZUd4cGJtczZhSEpsWmowaUkwMUtXQzB5TFZSRldDMU9MVEk0SWk4K1BDOW5QanhuSUdSaGRHRXRiVzFzTFc1dlpHVTlJbTFwSWlCMGNtRnVjMlp2Y20wOUluUnlZVzV6YkdGMFpTZ3hNek01TGpRc01Da2lQangxYzJVZ1pHRjBZUzFqUFNJeFJEUTJOeUlnZUd4cGJtczZhSEpsWmowaUkwMUtXQzB5TFZSRldDMUpMVEZFTkRZM0lpOCtQQzluUGp4bklHUmhkR0V0Ylcxc0xXNXZaR1U5SWxSbFdFRjBiMjBpSUdSaGRHRXRiV3A0TFhSbGVHTnNZWE56UFNKUFVrUWlJSFJ5WVc1elptOXliVDBpZEhKaGJuTnNZWFJsS0RFNE1EUXVOQ3d3S1NJK1BHY2daR0YwWVMxdGJXd3RibTlrWlQwaWJXOGlJSFJ5WVc1elptOXliVDBpZEhKaGJuTnNZWFJsS0RBZ0xUQXVOU2tpUGp4MWMyVWdaR0YwWVMxalBTSTNReUlnZUd4cGJtczZhSEpsWmowaUkwMUtXQzB5TFZSRldDMU9MVGRESWk4K1BDOW5Qand2Wno0OFp5QmtZWFJoTFcxdGJDMXViMlJsUFNKdGFTSWdkSEpoYm5ObWIzSnRQU0owY21GdWMyeGhkR1VvTWpBNE1pNDBMREFwSWo0OGRYTmxJR1JoZEdFdFl6MGlNVVEwTmpVaUlIaHNhVzVyT21oeVpXWTlJaU5OU2xndE1pMVVSVmd0U1MweFJEUTJOU0l2UGp3dlp6NDhaeUJrWVhSaExXMXRiQzF1YjJSbFBTSnRieUlnZEhKaGJuTm1iM0p0UFNKMGNtRnVjMnhoZEdVb01qWTFOQzQwTERBcElqNDhkWE5sSUdSaGRHRXRZejBpTWpraUlIaHNhVzVyT21oeVpXWTlJaU5OU2xndE1pMVVSVmd0VGkweU9TSXZQand2Wno0OEwyYytQQzluUGp4bklHUmhkR0V0Ylcxc0xXNXZaR1U5SW0xdklpQjBjbUZ1YzJadmNtMDlJblJ5WVc1emJHRjBaU2cyTlRVd0xqZ3NNQ2tpUGp4MWMyVWdaR0YwWVMxalBTSTFRaUlnZUd4cGJtczZhSEpsWmowaUkwMUtXQzB5TFZSRldDMU9MVFZDSWk4K1BDOW5QanhuSUdSaGRHRXRiVzFzTFc1dlpHVTlJbTFwSWlCMGNtRnVjMlp2Y20wOUluUnlZVzV6YkdGMFpTZzJPREk0TGpnc01Da2lQangxYzJVZ1pHRjBZUzFqUFNJMlF5SWdlR3hwYm1zNmFISmxaajBpSTAxS1dDMHlMVlJGV0MxT0xUWkRJaTgrUEhWelpTQmtZWFJoTFdNOUlqWkdJaUI0YkdsdWF6cG9jbVZtUFNJalRVcFlMVEl0VkVWWUxVNHROa1lpSUhSeVlXNXpabTl5YlQwaWRISmhibk5zWVhSbEtESTNPQ3d3S1NJdlBqeDFjMlVnWkdGMFlTMWpQU0kyTnlJZ2VHeHBibXM2YUhKbFpqMGlJMDFLV0MweUxWUkZXQzFPTFRZM0lpQjBjbUZ1YzJadmNtMDlJblJ5WVc1emJHRjBaU2czTnpnc01Da2lMejQ4TDJjK1BHY2daR0YwWVMxdGJXd3RibTlrWlQwaWJXOGlJSFJ5WVc1elptOXliVDBpZEhKaGJuTnNZWFJsS0RneE1EWXVPQ3d3S1NJK1BIVnpaU0JrWVhSaExXTTlJakl3TmpFaUlIaHNhVzVyT21oeVpXWTlJaU5OU2xndE1pMVVSVmd0VGkweU1EWXhJaTgrUEM5blBqeG5JR1JoZEdFdGJXMXNMVzV2WkdVOUltMXpkV0lpSUhSeVlXNXpabTl5YlQwaWRISmhibk5zWVhSbEtEZ3lOek11TlN3d0tTSStQR2NnWkdGMFlTMXRiV3d0Ym05a1pUMGliV2tpUGp4MWMyVWdaR0YwWVMxalBTSXhSRFExUkNJZ2VHeHBibXM2YUhKbFpqMGlJMDFLV0MweUxWUkZXQzFKTFRGRU5EVkVJaTgrUEM5blBqeG5JR1JoZEdFdGJXMXNMVzV2WkdVOUltMXBJaUIwY21GdWMyWnZjbTA5SW5SeVlXNXpiR0YwWlNnMU16WXNMVEUxTUNrZ2MyTmhiR1VvTUM0M01EY3BJajQ4ZFhObElHUmhkR0V0WXowaU1VUTNNRE1pSUhoc2FXNXJPbWh5WldZOUlpTk5TbGd0TWkxVVJWZ3RTUzB4UkRjd015SXZQand2Wno0OEwyYytQR2NnWkdGMFlTMXRiV3d0Ym05a1pUMGliVzhpSUhSeVlXNXpabTl5YlQwaWRISmhibk5zWVhSbEtEa3hPVEV1TVN3d0tTSStQSFZ6WlNCa1lYUmhMV005SWpJNElpQjRiR2x1YXpwb2NtVm1QU0lqVFVwWUxUSXRWRVZZTFU0dE1qZ2lMejQ4TDJjK1BHY2daR0YwWVMxdGJXd3RibTlrWlQwaWJXa2lJSFJ5WVc1elptOXliVDBpZEhKaGJuTnNZWFJsS0RrMU9EQXVNU3d3S1NJK1BIVnpaU0JrWVhSaExXTTlJakZFTkRZMUlpQjRiR2x1YXpwb2NtVm1QU0lqVFVwWUxUSXRWRVZZTFVrdE1VUTBOalVpTHo0OEwyYytQR2NnWkdGMFlTMXRiV3d0Ym05a1pUMGlWR1ZZUVhSdmJTSWdaR0YwWVMxdGFuZ3RkR1Y0WTJ4aGMzTTlJazlTUkNJZ2RISmhibk5tYjNKdFBTSjBjbUZ1YzJ4aGRHVW9NVEF4TlRJdU1Td3dLU0krUEdjZ1pHRjBZUzF0Yld3dGJtOWtaVDBpYlc4aUlIUnlZVzV6Wm05eWJUMGlkSEpoYm5Oc1lYUmxLREFnTFRBdU5Ta2lQangxYzJVZ1pHRjBZUzFqUFNJM1F5SWdlR3hwYm1zNmFISmxaajBpSTAxS1dDMHlMVlJGV0MxT0xUZERJaTgrUEM5blBqd3ZaejQ4WnlCa1lYUmhMVzF0YkMxdWIyUmxQU0p0YVNJZ2RISmhibk5tYjNKdFBTSjBjbUZ1YzJ4aGRHVW9NVEEwTXpBdU1Td3dLU0krUEhWelpTQmtZWFJoTFdNOUlqRkVORFkzSWlCNGJHbHVhenBvY21WbVBTSWpUVXBZTFRJdFZFVllMVWt0TVVRME5qY2lMejQ4TDJjK1BHY2daR0YwWVMxdGJXd3RibTlrWlQwaWJXOGlJSFJ5WVc1elptOXliVDBpZEhKaGJuTnNZWFJsS0RFd09EazFMakVzTUNraVBqeDFjMlVnWkdGMFlTMWpQU0l5T1NJZ2VHeHBibXM2YUhKbFpqMGlJMDFLV0MweUxWUkZXQzFPTFRJNUlpOCtQQzluUGp4bklHUmhkR0V0Ylcxc0xXNXZaR1U5SW0xdklpQjBjbUZ1YzJadmNtMDlJblJ5WVc1emJHRjBaU2d4TVRJNE5DNHhMREFwSWo0OGRYTmxJR1JoZEdFdFl6MGlOVVFpSUhoc2FXNXJPbWh5WldZOUlpTk5TbGd0TWkxVVJWZ3RUaTAxUkNJdlBqd3ZaejQ4WnlCa1lYUmhMVzF0YkMxdWIyUmxQU0p0YnlJZ2RISmhibk5tYjNKdFBTSjBjbUZ1YzJ4aGRHVW9NVEUzT0RRdU15d3dLU0krUEhWelpTQmtZWFJoTFdNOUlqSXlNVElpSUhoc2FXNXJPbWh5WldZOUlpTk5TbGd0TWkxVVJWZ3RUaTB5TWpFeUlpOCtQQzluUGp4bklHUmhkR0V0Ylcxc0xXNXZaR1U5SW0xemRXSWlJSFJ5WVc1elptOXliVDBpZEhKaGJuTnNZWFJsS0RFeU56ZzBMalVzTUNraVBqeG5JR1JoZEdFdGJXMXNMVzV2WkdVOUltMXBJajQ4ZFhObElHUmhkR0V0WXowaU1VUTBNemNpSUhoc2FXNXJPbWh5WldZOUlpTk5TbGd0TWkxVVJWZ3RTUzB4UkRRek55SXZQand2Wno0OFp5QmtZWFJoTFcxdGJDMXViMlJsUFNKVVpWaEJkRzl0SWlCMGNtRnVjMlp2Y20wOUluUnlZVzV6YkdGMFpTZzROakVzTFRFMU1Da2djMk5oYkdVb01DNDNNRGNwSWlCa1lYUmhMVzFxZUMxMFpYaGpiR0Z6Y3owaVQxSkVJajQ4WnlCa1lYUmhMVzF0YkMxdWIyUmxQU0p0YVNJK1BIVnpaU0JrWVhSaExXTTlJakZFTkRORklpQjRiR2x1YXpwb2NtVm1QU0lqVFVwWUxUSXRWRVZZTFVrdE1VUTBNMFVpTHo0OEwyYytQR2NnWkdGMFlTMXRiV3d0Ym05a1pUMGliV2tpSUhSeVlXNXpabTl5YlQwaWRISmhibk5zWVhSbEtEZzRPU3d3S1NJK1BIVnpaU0JrWVhSaExXTTlJakZFTkROR0lpQjRiR2x1YXpwb2NtVm1QU0lqVFVwWUxUSXRWRVZZTFVrdE1VUTBNMFlpTHo0OEwyYytQQzluUGp3dlp6NDhaeUJrWVhSaExXMXRiQzF1YjJSbFBTSnRjbTkzSWlCMGNtRnVjMlp2Y20wOUluUnlZVzV6YkdGMFpTZ3hORGszTWk0MExEQXBJajQ4WnlCa1lYUmhMVzF0YkMxdWIyUmxQU0p0YnlJK1BIVnpaU0JrWVhSaExXTTlJakk0SWlCNGJHbHVhenBvY21WbVBTSWpUVXBZTFRJdFZFVllMVTR0TWpnaUx6NDhMMmMrUEdjZ1pHRjBZUzF0Yld3dGJtOWtaVDBpYlhOMVlpSWdkSEpoYm5ObWIzSnRQU0owY21GdWMyeGhkR1VvTXpnNUxEQXBJajQ4WnlCa1lYUmhMVzF0YkMxdWIyUmxQU0p0YVNJK1BIVnpaU0JrWVhSaExXTTlJakZFTkRWRklpQjRiR2x1YXpwb2NtVm1QU0lqVFVwWUxUSXRWRVZZTFVrdE1VUTBOVVVpTHo0OEwyYytQR2NnWkdGMFlTMXRiV3d0Ym05a1pUMGliV2tpSUhSeVlXNXpabTl5YlQwaWRISmhibk5zWVhSbEtEUTNPU3d0TVRVd0tTQnpZMkZzWlNnd0xqY3dOeWtpUGp4MWMyVWdaR0YwWVMxalBTSXhSRGN4T1NJZ2VHeHBibXM2YUhKbFpqMGlJMDFLV0MweUxWUkZXQzFKTFRGRU56RTVJaTgrUEM5blBqd3ZaejQ4WnlCa1lYUmhMVzF0YkMxdWIyUmxQU0p0YnlJZ2RISmhibk5tYjNKdFBTSjBjbUZ1YzJ4aGRHVW9NVE16T1M0MExEQXBJajQ4ZFhObElHUmhkR0V0WXowaU1qZ2lJSGhzYVc1ck9taHlaV1k5SWlOTlNsZ3RNaTFVUlZndFRpMHlPQ0l2UGp3dlp6NDhaeUJrWVhSaExXMXRiQzF1YjJSbFBTSnRhU0lnZEhKaGJuTm1iM0p0UFNKMGNtRnVjMnhoZEdVb01UY3lPQzQwTERBcElqNDhkWE5sSUdSaGRHRXRZejBpTVVRME5qY2lJSGhzYVc1ck9taHlaV1k5SWlOTlNsZ3RNaTFVUlZndFNTMHhSRFEyTnlJdlBqd3ZaejQ4WnlCa1lYUmhMVzF0YkMxdWIyUmxQU0pVWlZoQmRHOXRJaUJrWVhSaExXMXFlQzEwWlhoamJHRnpjejBpVDFKRUlpQjBjbUZ1YzJadmNtMDlJblJ5WVc1emJHRjBaU2d5TVRrekxqUXNNQ2tpUGp4bklHUmhkR0V0Ylcxc0xXNXZaR1U5SW0xdklpQjBjbUZ1YzJadmNtMDlJblJ5WVc1emJHRjBaU2d3SUMwd0xqVXBJajQ4ZFhObElHUmhkR0V0WXowaU4wTWlJSGhzYVc1ck9taHlaV1k5SWlOTlNsZ3RNaTFVUlZndFRpMDNReUl2UGp3dlp6NDhMMmMrUEdjZ1pHRjBZUzF0Yld3dGJtOWtaVDBpYldraUlIUnlZVzV6Wm05eWJUMGlkSEpoYm5Oc1lYUmxLREkwTnpFdU5Dd3dLU0krUEhWelpTQmtZWFJoTFdNOUlqRkVORFkxSWlCNGJHbHVhenBvY21WbVBTSWpUVXBZTFRJdFZFVllMVWt0TVVRME5qVWlMejQ4TDJjK1BHY2daR0YwWVMxdGJXd3RibTlrWlQwaWJXOGlJSFJ5WVc1elptOXliVDBpZEhKaGJuTnNZWFJsS0RNd05ETXVOQ3d3S1NJK1BIVnpaU0JrWVhSaExXTTlJakk1SWlCNGJHbHVhenBvY21WbVBTSWpUVXBZTFRJdFZFVllMVTR0TWpraUx6NDhMMmMrUEdjZ1pHRjBZUzF0Yld3dGJtOWtaVDBpYlhOMGVXeGxJaUIwY21GdWMyWnZjbTA5SW5SeVlXNXpiR0YwWlNnek5ETXlMalFzTUNraVBqeG5JR1JoZEdFdGJXMXNMVzV2WkdVOUltMXpjR0ZqWlNJdlBqd3ZaejQ4WnlCa1lYUmhMVzF0YkMxdWIyUmxQU0p0YnlJZ2RISmhibk5tYjNKdFBTSjBjbUZ1YzJ4aGRHVW9NelU1T1M0MExEQXBJajQ4ZFhObElHUmhkR0V0WXowaU1qQXhOaUlnZUd4cGJtczZhSEpsWmowaUkwMUtXQzB5TFZSRldDMU9MVEl3TVRZaUx6NDhMMmMrUEdjZ1pHRjBZUzF0Yld3dGJtOWtaVDBpYlhOMGVXeGxJaUIwY21GdWMyWnZjbTA5SW5SeVlXNXpiR0YwWlNnME1EazVMalFzTUNraVBqeG5JR1JoZEdFdGJXMXNMVzV2WkdVOUltMXpjR0ZqWlNJdlBqd3ZaejQ4WnlCa1lYUmhMVzF0YkMxdWIyUmxQU0p0YVNJZ2RISmhibk5tYjNKdFBTSjBjbUZ1YzJ4aGRHVW9OREkyTmk0MExEQXBJajQ4ZFhObElHUmhkR0V0WXowaU1VUTBOVVFpSUhoc2FXNXJPbWh5WldZOUlpTk5TbGd0TWkxVVJWZ3RTUzB4UkRRMVJDSXZQand2Wno0OFp5QmtZWFJoTFcxdGJDMXViMlJsUFNKdGJ5SWdkSEpoYm5ObWIzSnRQU0owY21GdWMyeGhkR1VvTkRjMk9TNDBMREFwSWo0OGRYTmxJR1JoZEdFdFl6MGlNamdpSUhoc2FXNXJPbWh5WldZOUlpTk5TbGd0TWkxVVJWZ3RUaTB5T0NJdlBqd3ZaejQ4WnlCa1lYUmhMVzF0YkMxdWIyUmxQU0p0YVNJZ2RISmhibk5tYjNKdFBTSjBjbUZ1YzJ4aGRHVW9OVEUxT0M0MExEQXBJajQ4ZFhObElHUmhkR0V0WXowaU1VUTBOamNpSUhoc2FXNXJPbWh5WldZOUlpTk5TbGd0TWkxVVJWZ3RTUzB4UkRRMk55SXZQand2Wno0OFp5QmtZWFJoTFcxdGJDMXViMlJsUFNKdGJ5SWdkSEpoYm5ObWIzSnRQU0owY21GdWMyeGhkR1VvTlRZeU15NDBMREFwSWo0OGRYTmxJR1JoZEdFdFl6MGlNamtpSUhoc2FXNXJPbWh5WldZOUlpTk5TbGd0TWkxVVJWZ3RUaTB5T1NJdlBqd3ZaejQ4WnlCa1lYUmhMVzF0YkMxdWIyUmxQU0p0YnlJZ2RISmhibk5tYjNKdFBTSjBjbUZ1YzJ4aGRHVW9OakF4TWk0MExEQXBJajQ4ZFhObElHUmhkR0V0WXowaU1qa2lJSGhzYVc1ck9taHlaV1k5SWlOTlNsZ3RNaTFVUlZndFRpMHlPU0l2UGp3dlp6NDhMMmMrUEM5blBqd3ZaejQ4TDNOMlp6ND0iLAoJIlJlYWxWaWV3U2l6ZUpzb24iIDogIntcImhlaWdodFwiOjQwMCxcIndpZHRoXCI6NzUzNn0iCn0K"/>
    </extobj>
    <extobj name="2384804F-3998-4D57-9195-F3826E402611-3">
      <extobjdata type="2384804F-3998-4D57-9195-F3826E402611" data="ewoJIkltZ1NldHRpbmdKc29uIiA6ICJ7XCJoZWlnaHRcIjozMi4xNDI4NTcxNDI4NTcxNCxcIndpZHRoXCI6MjkzLjc1fSIsCgkiTGF0ZXgiIDogInEoeF90IHwgeF97dC0xfSkgPSBcXG1hdGhjYWx7Tn1cXGxlZnQoIHhfdDsgXFxzcXJ0ezEgLSBcXGJldGFfdH1cXCwgeF97dC0xfSwgXFxiZXRhX3QgXFxtYXRoYmZ7SX0gXFxyaWdodCkiLAoJIkxhdGV4SW1nQmFzZTY0IiA6ICJQSE4yWnlCNGJXeHVjejBpYUhSMGNEb3ZMM2QzZHk1M015NXZjbWN2TWpBd01DOXpkbWNpSUhkcFpIUm9QU0l6Tnk0M05HVjRJaUJvWldsbmFIUTlJalF1TURkbGVDSWdjbTlzWlQwaWFXMW5JaUJtYjJOMWMyRmliR1U5SW1aaGJITmxJaUIyYVdWM1FtOTRQU0l3SUMweE1UUTVMalVnTVRZMk9ERWdNVGM1T1NJZ2VHMXNibk02ZUd4cGJtczlJbWgwZEhBNkx5OTNkM2N1ZHpNdWIzSm5MekU1T1RrdmVHeHBibXNpSUdGeWFXRXRhR2xrWkdWdVBTSjBjblZsSWlCemRIbHNaVDBpZG1WeWRHbGpZV3d0WVd4cFoyNDZJQzB4TGpRMk9XVjRPeUJ0WVhndGQybGtkR2c2SURrNEpUc2lQanhrWldaelBqeHdZWFJvSUdsa1BTSk5TbGd0TWkxVVJWZ3RTUzB4UkRRMVJTSWdaRDBpVFRNeklERTFOMUV6TXlBeU5UZ2dNVEE1SURNME9WUXlPREFnTkRReFVUTTBNQ0EwTkRFZ016Y3lJRE00T1ZFek56TWdNemt3SURNM055QXpPVFZVTXpnNElEUXdObFEwTURRZ05ERTRVVFF6T0NBME5ESWdORFV3SURRME1sRTBOVFFnTkRReUlEUTFOeUEwTXpsVU5EWXdJRFF6TkZFME5qQWdOREkxSURNNU1TQXhORGxSTXpJd0lDMHhNelVnTXpJd0lDMHhNemxSTXpJd0lDMHhORGNnTXpZMUlDMHhORGhJTXprd1VUTTVOaUF0TVRVMklETTVOaUF0TVRVM1ZETTVNeUF0TVRjMVVUTTRPU0F0TVRnNElETTRNeUF0TVRrMFNETTNNRkV6TXprZ0xURTVNaUF5TmpJZ0xURTVNbEV5TXpRZ0xURTVNaUF5TVRFZ0xURTVNbFF4TnpRZ0xURTVNbFF4TlRjZ0xURTVNMUV4TkRNZ0xURTVNeUF4TkRNZ0xURTROVkV4TkRNZ0xURTRNaUF4TkRVZ0xURTNNRkV4TkRrZ0xURTFOQ0F4TlRJZ0xURTFNVlF4TnpJZ0xURTBPRkV5TWpBZ0xURTBPQ0F5TXpBZ0xURTBNVkV5TXpnZ0xURXpOaUF5TlRnZ0xUVXpWREkzT1NBek1sRXlOemtnTXpNZ01qY3lJREk1VVRJeU5DQXRNVEFnTVRjeUlDMHhNRkV4TVRjZ0xURXdJRGMxSURNd1ZETXpJREUxTjFwTk16VXlJRE15TmxFek1qa2dOREExSURJM055QTBNRFZSTWpReUlEUXdOU0F5TVRBZ016YzBWREUyTUNBeU9UTlJNVE14SURJeE5DQXhNVGtnTVRJNVVURXhPU0F4TWpZZ01URTVJREV4T0ZReE1UZ2dNVEEyVVRFeE9DQTJNU0F4TXpZZ05EUlVNVGM1SURJMlVUSXpNeUF5TmlBeU9UQWdPVGhNTWprNElERXdPVXd6TlRJZ016STJXaUl2UGp4d1lYUm9JR2xrUFNKTlNsZ3RNaTFVUlZndFRpMHlPQ0lnWkQwaVRUazBJREkxTUZFNU5DQXpNVGtnTVRBMElETTRNVlF4TWpjZ05EZzRWREUyTkNBMU56WlVNakF5SURZME0xUXlORFFnTmprMVZESTNOeUEzTWpsVU16QXlJRGMxTUVnek1UVklNekU1VVRNek15QTNOVEFnTXpNeklEYzBNVkV6TXpNZ056TTRJRE14TmlBM01qQlVNamMxSURZMk4xUXlNallnTlRneFZERTROQ0EwTkROVU1UWTNJREkxTUZReE9EUWdOVGhVTWpJMUlDMDRNVlF5TnpRZ0xURTJOMVF6TVRZZ0xUSXlNRlF6TXpNZ0xUSTBNVkV6TXpNZ0xUSTFNQ0F6TVRnZ0xUSTFNRWd6TVRWSU16QXlUREkzTkNBdE1qSTJVVEU0TUNBdE1UUXhJREV6TnlBdE1UUlVPVFFnTWpVd1dpSXZQanh3WVhSb0lHbGtQU0pOU2xndE1pMVVSVmd0U1MweFJEUTJOU0lnWkQwaVRUVXlJREk0T1ZFMU9TQXpNekVnTVRBMklETTRObFF5TWpJZ05EUXlVVEkxTnlBME5ESWdNamcySURReU5GUXpNamtnTXpjNVVUTTNNU0EwTkRJZ05ETXdJRFEwTWxFME5qY2dORFF5SURRNU5DQTBNakJVTlRJeUlETTJNVkUxTWpJZ016TXlJRFV3T0NBek1UUlVORGd4SURJNU1sUTBOVGdnTWpnNFVUUXpPU0F5T0RnZ05ESTNJREk1T1ZRME1UVWdNekk0VVRReE5TQXpOelFnTkRZMUlETTVNVkUwTlRRZ05EQTBJRFF5TlNBME1EUlJOREV5SURRd05DQTBNRFlnTkRBeVVUTTJPQ0F6T0RZZ016VXdJRE16TmxFeU9UQWdNVEUxSURJNU1DQTNPRkV5T1RBZ05UQWdNekEySURNNFZETTBNU0F5TmxFek56Z2dNallnTkRFMElEVTVWRFEyTXlBeE5EQlJORFkySURFMU1DQTBOamtnTVRVeFZEUTROU0F4TlROSU5EZzVVVFV3TkNBeE5UTWdOVEEwSURFME5WRTFNRFFnTVRRMElEVXdNaUF4TXpSUk5EZzJJRGMzSURRME1DQXpNMVF6TXpNZ0xURXhVVEkyTXlBdE1URWdNakkzSURVeVVURTROaUF0TVRBZ01UTXpJQzB4TUVneE1qZFJOemdnTFRFd0lEVTNJREUyVkRNMUlEY3hVVE0xSURFd015QTFOQ0F4TWpOVU9Ua2dNVFF6VVRFME1pQXhORE1nTVRReUlERXdNVkV4TkRJZ09ERWdNVE13SURZMlZERXdOeUEwTmxRNU5DQTBNVXc1TVNBME1GRTVNU0F6T1NBNU55QXpObFF4TVRNZ01qbFVNVE15SURJMlVURTJPQ0F5TmlBeE9UUWdOekZSTWpBeklEZzNJREl4TnlBeE16bFVNalExSURJME4xUXlOakVnTXpFelVUSTJOaUF6TkRBZ01qWTJJRE0xTWxFeU5qWWdNemd3SURJMU1TQXpPVEpVTWpFM0lEUXdORkV4TnpjZ05EQTBJREUwTWlBek56SlVPVE1nTWprd1VUa3hJREk0TVNBNE9DQXlPREJVTnpJZ01qYzRTRFU0VVRVeUlESTROQ0ExTWlBeU9EbGFJaTgrUEhCaGRHZ2dhV1E5SWsxS1dDMHlMVlJGV0MxSkxURkVORFl4SWlCa1BTSk5NallnTXpnMVVURTVJRE01TWlBeE9TQXpPVFZSTVRrZ016azVJREl5SURReE1WUXlOeUEwTWpWUk1qa2dORE13SURNMklEUXpNRlE0TnlBME16RklNVFF3VERFMU9TQTFNVEZSTVRZeUlEVXlNaUF4TmpZZ05UUXdWREUzTXlBMU5qWlVNVGM1SURVNE5sUXhPRGNnTmpBelZERTVOeUEyTVRWVU1qRXhJRFl5TkZReU1qa2dOakkyVVRJME55QTJNalVnTWpVMElEWXhOVlF5TmpFZ05UazJVVEkyTVNBMU9Ea2dNalV5SURVME9WUXlNeklnTkRjd1RESXlNaUEwTXpOUk1qSXlJRFF6TVNBeU56SWdORE14U0RNeU0xRXpNekFnTkRJMElETXpNQ0EwTWpCUk16TXdJRE01T0NBek1UY2dNemcxU0RJeE1Fd3hOelFnTWpRd1VURXpOU0E0TUNBeE16VWdOamhSTVRNMUlESTJJREUyTWlBeU5sRXhPVGNnTWpZZ01qTXdJRFl3VkRJNE15QXhORFJSTWpnMUlERTFNQ0F5T0RnZ01UVXhWRE13TXlBeE5UTklNekEzVVRNeU1pQXhOVE1nTXpJeUlERTBOVkV6TWpJZ01UUXlJRE14T1NBeE16TlJNekUwSURFeE55QXpNREVnT1RWVU1qWTNJRFE0VkRJeE5pQTJWREUxTlNBdE1URlJNVEkxSUMweE1TQTVPQ0EwVkRVNUlEVTJVVFUzSURZMElEVTNJRGd6VmpFd01VdzVNaUF5TkRGUk1USTNJRE00TWlBeE1qZ2dNemd6VVRFeU9DQXpPRFVnTnpjZ016ZzFTREkyV2lJdlBqeHdZWFJvSUdsa1BTSk5TbGd0TWkxVVJWZ3RUaTAzUXlJZ1pEMGlUVEV6T1NBdE1qUTVTREV6TjFFeE1qVWdMVEkwT1NBeE1Ua2dMVEl6TlZZeU5URk1NVEl3SURjek4xRXhNekFnTnpVd0lERXpPU0EzTlRCUk1UVXlJRGMxTUNBeE5Ua2dOek0xVmkweU16VlJNVFV4SUMweU5Ea2dNVFF4SUMweU5EbElNVE01V2lJdlBqeHdZWFJvSUdsa1BTSk5TbGd0TWkxVVJWZ3RUaTB5TWpFeUlpQmtQU0pOT0RRZ01qTTNWRGcwSURJMU1GUTVPQ0F5TnpCSU5qYzVVVFk1TkNBeU5qSWdOamswSURJMU1GUTJOemtnTWpNd1NEazRVVGcwSURJek55QTROQ0F5TlRCYUlpOCtQSEJoZEdnZ2FXUTlJazFLV0MweUxWUkZXQzFPTFRNeElpQmtQU0pOTWpFeklEVTNPRXd5TURBZ05UY3pVVEU0TmlBMU5qZ2dNVFl3SURVMk0xUXhNRElnTlRVMlNEZ3pWall3TWtneE1ESlJNVFE1SURZd05DQXhPRGtnTmpFM1ZESTBOU0EyTkRGVU1qY3pJRFkyTTFFeU56VWdOalkySURJNE5TQTJOalpSTWprMElEWTJOaUF6TURJZ05qWXdWak0yTVV3ek1ETWdOakZSTXpFd0lEVTBJRE14TlNBMU1sUXpNemtnTkRoVU5EQXhJRFEyU0RReU4xWXdTRFF4TmxFek9UVWdNeUF5TlRjZ00xRXhNakVnTXlBeE1EQWdNRWc0T0ZZME5rZ3hNVFJSTVRNMklEUTJJREUxTWlBME5sUXhOemNnTkRkVU1Ua3pJRFV3VkRJd01TQTFNbFF5TURjZ05UZFVNakV6SURZeFZqVTNPRm9pTHo0OGNHRjBhQ0JwWkQwaVRVcFlMVEl0VkVWWUxVNHRNamtpSUdROUlrMDJNQ0EzTkRsTU5qUWdOelV3VVRZNUlEYzFNQ0EzTkNBM05UQklPRFpNTVRFMElEY3lObEV5TURnZ05qUXhJREkxTVNBMU1UUlVNamswSURJMU1GRXlPVFFnTVRneUlESTROQ0F4TVRsVU1qWXhJREV5VkRJeU5DQXROelpVTVRnMklDMHhORE5VTVRRMUlDMHhPVFJVTVRFeklDMHlNamRVT1RBZ0xUSTBObEU0TnlBdE1qUTVJRGcySUMweU5UQklOelJSTmpZZ0xUSTFNQ0EyTXlBdE1qVXdWRFU0SUMweU5EZFVOVFVnTFRJek9GRTFOaUF0TWpNM0lEWTJJQzB5TWpWUk1qSXhJQzAyTkNBeU1qRWdNalV3VkRZMklEY3lOVkUxTmlBM016Y2dOVFVnTnpNNFVUVTFJRGMwTmlBMk1DQTNORGxhSWk4K1BIQmhkR2dnYVdROUlrMUtXQzB5TFZSRldDMU9MVE5FSWlCa1BTSk5OVFlnTXpRM1VUVTJJRE0yTUNBM01DQXpOamRJTnpBM1VUY3lNaUF6TlRrZ056SXlJRE0wTjFFM01qSWdNek0ySURjd09DQXpNamhNTXprd0lETXlOMGczTWxFMU5pQXpNeklnTlRZZ016UTNXazAxTmlBeE5UTlJOVFlnTVRZNElEY3lJREUzTTBnM01EaFJOekl5SURFMk15QTNNaklnTVRVelVUY3lNaUF4TkRBZ056QTNJREV6TTBnM01GRTFOaUF4TkRBZ05UWWdNVFV6V2lJdlBqeHdZWFJvSUdsa1BTSk5TbGd0TWkxVVJWZ3RReTAwUlNJZ1pEMGlUVE0wTXlBM01EVlJNelU0SURjd05TQXpOVGdnTmprNFVUTTJNQ0EyT1RZZ016Y3dJRFkxT0ZRME1URWdOVEkwVkRRNE5DQXpNVGxSTlRNMklERTNOQ0ExT1RBZ09ESk1OVGsxSURjelREWXhOU0F4TlRKUk5qUTJJREkzTkNBMk9ETWdOREEzVVRjeU9TQTFOekVnTnpVeUlEWXpOMVEzT1RrZ056STNVVGcxTWlBM09EQWdPVE0zSURjNE9GRTVNemtnTnpnNElEazBOeUEzT0RoVU9UVTRJRGM0T1VnNU5qSlJPVGM1SURjNE9TQTVOemtnTnpZMVVUazNPU0EzTWpJZ09UVXhJRFk1TWxFNU5ESWdOamd6SURreU5DQTJPRE5ST0RnNElEWTRNU0E0TlRrZ05qY3lWRGd4T0NBMk5UUlVPREF6SURZek9WRTNPRFFnTmpBNElEY3dPQ0F6TWpKVU5qTXhJREUxVVRZek1TQXhOQ0EyTXpBZ01UVlJOak13SURFM0lEWXlPU0F4TlZFMk1qZ2dNVFFnTmpJNElERXlVVFl5TVNBdE5DQTJNREVnTFRFM1ZEVTJNQ0F0TXpGUk5UVXdJQzB6TVNBMU5EWWdMVEk0VkRVek1DQXROMUUwT0RRZ05qY2dORFU0SURFeU0xUXpPVGdnTWpjeVVUTTFNaUF6T1RJZ016RTBJRFV4TkV3ek1EWWdOVE0xVmpVek5GRXpNRFlnTlRNeklESTVOaUEwT0RoVU1qY3lJRE0zT1ZReU16UWdNak01VkRFNE5TQXhNREJVTVRJM0lDMDNWRFl4SUMwMU1GRXpOQ0F0TlRBZ05DQXRNelJVTFRJM0lEaFJMVEkzSURNeklDMHhNaUEyTVZReE9DQTVNRkV5TVNBNU1DQXpOaUEzTjFRNE55QTFOMGc1TWxFeE1Ea2dOVGNnTVRJeklEYzRWREUyTWlBeE56TlJNakEySURJNU9TQXlNeklnTkRFM1ZESTJOU0ExT1RsVU1qYzJJRFkyTjFFeU9EUWdOamd4SURNd05DQTJPVE5VTXpReklEY3dOVm9pTHo0OGNHRjBhQ0JwWkQwaVRVcFlMVEl0VkVWWUxVeFBMVEk0SWlCa1BTSk5NVGd3SURrMlZERTRNQ0F5TlRCVU1qQTFJRFUwTVZReU5qWWdOemN3VkRNMU15QTVORFJVTkRRMElERXdOamxVTlRJM0lERXhOVEJJTlRVMVVUVTJNU0F4TVRRMElEVTJNU0F4TVRReFVUVTJNU0F4TVRNM0lEVTBOU0F4TVRJd1ZEVXdOQ0F4TURjeVZEUTBOeUE1T1RWVU16ZzJJRGczT0ZRek16QWdOekl4VkRJNE9DQTFNVE5VTWpjeUlESTFNVkV5TnpJZ01UTXpJREk0TUNBMU5sRXlPVE1nTFRnM0lETXlOaUF0TWpBNVZETTVPU0F0TkRBMVZEUTNOU0F0TlRNeFZEVXpOaUF0TmpBNVZEVTJNU0F0TmpRd1VUVTJNU0F0TmpReklEVTFOU0F0TmpRNVNEVXlOMUUwT0RNZ0xUWXhNaUEwTkRNZ0xUVTJPRlF6TlRNZ0xUUTBNMVF5TmpZZ0xUSTNNRlF5TURVZ0xUUXhXaUl2UGp4d1lYUm9JR2xrUFNKTlNsZ3RNaTFVUlZndFRpMHpRaUlnWkQwaVRUYzRJRE0zTUZFM09DQXpPVFFnT1RVZ05ERXlWREV6T0NBME16QlJNVFl5SURRek1DQXhPREFnTkRFMFZERTVPU0F6TnpGUk1UazVJRE0wTmlBeE9ESWdNekk0VkRFek9TQXpNVEJVT1RZZ016STNWRGM0SURNM01GcE5OemdnTmpCUk56Z2dPRFVnT1RRZ01UQXpWREV6TnlBeE1qRlJNakF5SURFeU1TQXlNRElnT0ZFeU1ESWdMVFEwSURFNE15QXRPVFJVTVRRMElDMHhOamxVTVRFNElDMHhPVFJSTVRFMUlDMHhPVFFnTVRBMklDMHhPRFpVT1RVZ0xURTNORkU1TkNBdE1UY3hJREV3TnlBdE1UVTFWREV6TnlBdE1UQTNWREUyTUNBdE16aFJNVFl4SUMwek1pQXhOaklnTFRJeVZERTJOU0F0TkZReE5qVWdORkV4TmpVZ05TQXhOakVnTkZReE5ESWdNRkV4TVRBZ01DQTVOQ0F4T0ZRM09DQTJNRm9pTHo0OGNHRjBhQ0JwWkQwaVRVcFlMVEl0VkVWWUxWTlBMVEl5TVVFaUlHUTlJazB5TmpNZ01qUTVVVEkyTkNBeU5Ea2dNekUxSURFek1GUTBNVGNnTFRFd09GUTBOekFnTFRJeU9FdzNNalVnTXpBeVVUazRNU0E0TXpjZ09UZ3lJRGd6T1ZFNU9Ea2dPRFV3SURFd01ERWdPRFV3VVRFd01EZ2dPRFV3SURFd01UTWdPRFEwVkRFd01qQWdPRE15VmpneU5rdzNOREVnTWpRelVUWTBOU0EwTXlBMU5EQWdMVEUzTmxFME56a2dMVE13TXlBME5qa2dMVE15TkZRME5UTWdMVE0wT0ZFME5Ea2dMVE0xTUNBME16WWdMVE0xTUV3ME1qUWdMVE0wT1V3ek1UVWdMVGsyVVRJd05pQXhOVFlnTWpBMUlERTFOa3d4TnpFZ01UTXdVVEV6T0NBeE1EUWdNVE0zSURFd05Fd3hNVEVnTVRNd1RESTJNeUF5TkRsYUlpOCtQSEJoZEdnZ2FXUTlJazFLV0MweUxWUkZXQzFKTFRGRU5rWkVJaUJrUFNKTk1qa2dMVEU1TkZFeU15QXRNVGc0SURJeklDMHhPRFpSTWpNZ0xURTRNeUF4TURJZ01UTTBWREU0TmlBME5qVlJNakE0SURVek15QXlORE1nTlRnMFZETXdPU0EyTlRoUk16WTFJRGN3TlNBME1qa2dOekExU0RRek1WRTBPVE1nTnpBMUlEVXpNeUEyTmpkVU5UY3pJRFUzTUZFMU56TWdORFkxSURRMk9TQXpPVFpNTkRneUlETTRNMUUxTXpNZ016TXlJRFV6TXlBeU5USlJOVE16SURFek9TQTBORGdnTmpWVU1qVTNJQzB4TUZFeU1qY2dMVEV3SURJd015QXRNbFF4TmpVZ01UZFVNVFF6SURRd1ZERXpNU0ExT1ZReE1qWWdOalZNTmpJZ0xURTRPRkUyTUNBdE1UazBJRFF5SUMweE9UUklNamxhVFRNMU15QTBNekZSTXpreUlEUXpNU0EwTWpjZ05ERTVURFF6TWlBME1qSlJORE0ySURReU5pQTBNemtnTkRJNVZEUTBPU0EwTXpsVU5EWXhJRFExTTFRME56SWdORGN4VkRRNE5DQTBPVFZVTkRreklEVXlORlExTURFZ05UWXdVVFV3TXlBMU5qa2dOVEF6SURVNU0xRTFNRE1nTmpFeElEVXdNaUEyTVRaUk5EZzNJRFkyTnlBME1qWWdOalkzVVRNNE5DQTJOamNnTXpRM0lEWTBNMVF5T0RZZ05UZ3lWREkwTnlBMU1UUlVNakkwSURRMU5WRXlNVGtnTkRNNUlERTROaUF6TURoVU1UVXlJREUyT0ZFeE5URWdNVFl6SURFMU1TQXhORGRSTVRVeElEazVJREUzTXlBMk9GRXlNRFFnTWpZZ01qWXdJREkyVVRNd01pQXlOaUF6TkRrZ05URlVOREkxSURFek4xRTBOREVnTVRjeElEUTBPU0F5TVRSVU5EVTNJREkzT1ZFME5UY2dNek0zSURReU1pQXpOekpSTXpnd0lETTFPQ0F6TkRjZ016VTRTRE16TjFFeU5UZ2dNelU0SURJMU9DQXpPRGxSTWpVNElETTVOaUF5TmpFZ05EQXpVVEkzTlNBME16RWdNelV6SURRek1Wb2lMejQ4Y0dGMGFDQnBaRDBpVFVwWUxUSXRWRVZZTFU0dE1rTWlJR1E5SWswM09DQXpOVlEzT0NBMk1GUTVOQ0F4TUROVU1UTTNJREV5TVZFeE5qVWdNVEl4SURFNE55QTVObFF5TVRBZ09GRXlNVEFnTFRJM0lESXdNU0F0TmpCVU1UZ3dJQzB4TVRkVU1UVTBJQzB4TlRoVU1UTXdJQzB4T0RWVU1URTNJQzB4T1RSUk1URXpJQzB4T1RRZ01UQTBJQzB4T0RWVU9UVWdMVEUzTWxFNU5TQXRNVFk0SURFd05pQXRNVFUyVkRFek1TQXRNVEkyVkRFMU55QXROelpVTVRjeklDMHpWamxNTVRjeUlEaFJNVGN3SURjZ01UWTNJRFpVTVRZeElETlVNVFV5SURGVU1UUXdJREJSTVRFeklEQWdPVFlnTVRkYUlpOCtQSEJoZEdnZ2FXUTlJazFLV0MweUxWUkZXQzFDTFRGRU5EQTRJaUJrUFNKTk16azNJREJSTXpjd0lETWdNakU0SUROUk5qVWdNeUF6T0NBd1NESTFWall5U0RFek9WWTJNalJJTWpWV05qZzJTRE00VVRZMUlEWTRNeUF5TVRnZ05qZ3pVVE0zTUNBMk9ETWdNemszSURZNE5rZzBNVEJXTmpJMFNESTVObFkyTWtnME1UQldNRWd6T1RkYUlpOCtQSEJoZEdnZ2FXUTlJazFLV0MweUxWUkZXQzFNVHkweU9TSWdaRDBpVFRNMUlERXhNemhSTXpVZ01URTFNQ0ExTVNBeE1UVXdTRFUyU0RZNVVURXhNeUF4TVRFeklERTFNeUF4TURZNVZESTBNeUE1TkRSVU16TXdJRGMzTVZRek9URWdOVFF4VkRReE5pQXlOVEJVTXpreElDMDBNRlF6TXpBZ0xUSTNNRlF5TkRNZ0xUUTBNMVF4TlRJZ0xUVTJPRlEyT1NBdE5qUTVTRFUyVVRReklDMDJORGtnTXprZ0xUWTBOMVF6TlNBdE5qTTNVVFkxSUMwMk1EY2dNVEV3SUMwMU5EaFJNamd6SUMwek1UWWdNekUySURVMlVUTXlOQ0F4TXpNZ016STBJREkxTVZFek1qUWdNelk0SURNeE5pQTBORFZSTWpjNElEZzNOeUEwT0NBeE1USXpVVE0ySURFeE16Y2dNelVnTVRFek9Gb2lMejQ4TDJSbFpuTStQR2NnYzNSeWIydGxQU0pqZFhKeVpXNTBRMjlzYjNJaUlHWnBiR3c5SW1OMWNuSmxiblJEYjJ4dmNpSWdjM1J5YjJ0bExYZHBaSFJvUFNJd0lpQjBjbUZ1YzJadmNtMDlJbk5qWVd4bEtERXNMVEVwSWo0OFp5QmtZWFJoTFcxdGJDMXViMlJsUFNKdFlYUm9JajQ4WnlCa1lYUmhMVzF0YkMxdWIyUmxQU0p0YVNJK1BIVnpaU0JrWVhSaExXTTlJakZFTkRWRklpQjRiR2x1YXpwb2NtVm1QU0lqVFVwWUxUSXRWRVZZTFVrdE1VUTBOVVVpTHo0OEwyYytQR2NnWkdGMFlTMXRiV3d0Ym05a1pUMGliVzhpSUhSeVlXNXpabTl5YlQwaWRISmhibk5zWVhSbEtEUTJNQ3d3S1NJK1BIVnpaU0JrWVhSaExXTTlJakk0SWlCNGJHbHVhenBvY21WbVBTSWpUVXBZTFRJdFZFVllMVTR0TWpnaUx6NDhMMmMrUEdjZ1pHRjBZUzF0Yld3dGJtOWtaVDBpYlhOMVlpSWdkSEpoYm5ObWIzSnRQU0owY21GdWMyeGhkR1VvT0RRNUxEQXBJajQ4WnlCa1lYUmhMVzF0YkMxdWIyUmxQU0p0YVNJK1BIVnpaU0JrWVhSaExXTTlJakZFTkRZMUlpQjRiR2x1YXpwb2NtVm1QU0lqVFVwWUxUSXRWRVZZTFVrdE1VUTBOalVpTHo0OEwyYytQR2NnWkdGMFlTMXRiV3d0Ym05a1pUMGliV2tpSUhSeVlXNXpabTl5YlQwaWRISmhibk5zWVhSbEtEWXdOU3d0TVRVd0tTQnpZMkZzWlNnd0xqY3dOeWtpUGp4MWMyVWdaR0YwWVMxalBTSXhSRFEyTVNJZ2VHeHBibXM2YUhKbFpqMGlJMDFLV0MweUxWUkZXQzFKTFRGRU5EWXhJaTgrUEM5blBqd3ZaejQ4WnlCa1lYUmhMVzF0YkMxdWIyUmxQU0pVWlZoQmRHOXRJaUJrWVhSaExXMXFlQzEwWlhoamJHRnpjejBpVDFKRUlpQjBjbUZ1YzJadmNtMDlJblJ5WVc1emJHRjBaU2d4TnpVNUxqTXNNQ2tpUGp4bklHUmhkR0V0Ylcxc0xXNXZaR1U5SW0xdklpQjBjbUZ1YzJadmNtMDlJblJ5WVc1emJHRjBaU2d3SUMwd0xqVXBJajQ4ZFhObElHUmhkR0V0WXowaU4wTWlJSGhzYVc1ck9taHlaV1k5SWlOTlNsZ3RNaTFVUlZndFRpMDNReUl2UGp3dlp6NDhMMmMrUEdjZ1pHRjBZUzF0Yld3dGJtOWtaVDBpYlhOMVlpSWdkSEpoYm5ObWIzSnRQU0owY21GdWMyeGhkR1VvTWpBek55NHpMREFwSWo0OFp5QmtZWFJoTFcxdGJDMXViMlJsUFNKdGFTSStQSFZ6WlNCa1lYUmhMV005SWpGRU5EWTFJaUI0YkdsdWF6cG9jbVZtUFNJalRVcFlMVEl0VkVWWUxVa3RNVVEwTmpVaUx6NDhMMmMrUEdjZ1pHRjBZUzF0Yld3dGJtOWtaVDBpVkdWWVFYUnZiU0lnZEhKaGJuTm1iM0p0UFNKMGNtRnVjMnhoZEdVb05qQTFMQzB4TlRBcElITmpZV3hsS0RBdU56QTNLU0lnWkdGMFlTMXRhbmd0ZEdWNFkyeGhjM005SWs5U1JDSStQR2NnWkdGMFlTMXRiV3d0Ym05a1pUMGliV2tpUGp4MWMyVWdaR0YwWVMxalBTSXhSRFEyTVNJZ2VHeHBibXM2YUhKbFpqMGlJMDFLV0MweUxWUkZXQzFKTFRGRU5EWXhJaTgrUEM5blBqeG5JR1JoZEdFdGJXMXNMVzV2WkdVOUltMXZJaUIwY21GdWMyWnZjbTA5SW5SeVlXNXpiR0YwWlNnek5qRXNNQ2tpUGp4MWMyVWdaR0YwWVMxalBTSXlNakV5SWlCNGJHbHVhenBvY21WbVBTSWpUVXBZTFRJdFZFVllMVTR0TWpJeE1pSXZQand2Wno0OFp5QmtZWFJoTFcxdGJDMXViMlJsUFNKdGJpSWdkSEpoYm5ObWIzSnRQU0owY21GdWMyeGhkR1VvTVRFek9Td3dLU0krUEhWelpTQmtZWFJoTFdNOUlqTXhJaUI0YkdsdWF6cG9jbVZtUFNJalRVcFlMVEl0VkVWWUxVNHRNekVpTHo0OEwyYytQQzluUGp3dlp6NDhaeUJrWVhSaExXMXRiQzF1YjJSbFBTSnRieUlnZEhKaGJuTm1iM0p0UFNKMGNtRnVjMnhoZEdVb016ZzFNUzR5TERBcElqNDhkWE5sSUdSaGRHRXRZejBpTWpraUlIaHNhVzVyT21oeVpXWTlJaU5OU2xndE1pMVVSVmd0VGkweU9TSXZQand2Wno0OFp5QmtZWFJoTFcxdGJDMXViMlJsUFNKdGJ5SWdkSEpoYm5ObWIzSnRQU0owY21GdWMyeGhkR1VvTkRVeE9Dd3dLU0krUEhWelpTQmtZWFJoTFdNOUlqTkVJaUI0YkdsdWF6cG9jbVZtUFNJalRVcFlMVEl0VkVWWUxVNHRNMFFpTHo0OEwyYytQR2NnWkdGMFlTMXRiV3d0Ym05a1pUMGlWR1ZZUVhSdmJTSWdaR0YwWVMxdGFuZ3RkR1Y0WTJ4aGMzTTlJazlTUkNJZ2RISmhibk5tYjNKdFBTSjBjbUZ1YzJ4aGRHVW9OVFUzTXk0NExEQXBJajQ4WnlCa1lYUmhMVzF0YkMxdWIyUmxQU0p0YVNJK1BIVnpaU0JrWVhSaExXTTlJalJGSWlCNGJHbHVhenBvY21WbVBTSWpUVXBZTFRJdFZFVllMVU10TkVVaUx6NDhMMmMrUEM5blBqeG5JR1JoZEdFdGJXMXNMVzV2WkdVOUltMXliM2NpSUhSeVlXNXpabTl5YlQwaWRISmhibk5zWVhSbEtEWTNNVGt1TkN3d0tTSStQR2NnWkdGMFlTMXRiV3d0Ym05a1pUMGliVzhpSUhSeVlXNXpabTl5YlQwaWRISmhibk5zWVhSbEtEQWdMVEF1TlNraVBqeDFjMlVnWkdGMFlTMWpQU0l5T0NJZ2VHeHBibXM2YUhKbFpqMGlJMDFLV0MweUxWUkZXQzFNVHkweU9DSXZQand2Wno0OFp5QmtZWFJoTFcxdGJDMXViMlJsUFNKdGMzVmlJaUIwY21GdWMyWnZjbTA5SW5SeVlXNXpiR0YwWlNnMU9UY3NNQ2tpUGp4bklHUmhkR0V0Ylcxc0xXNXZaR1U5SW0xcElqNDhkWE5sSUdSaGRHRXRZejBpTVVRME5qVWlJSGhzYVc1ck9taHlaV1k5SWlOTlNsZ3RNaTFVUlZndFNTMHhSRFEyTlNJdlBqd3ZaejQ4WnlCa1lYUmhMVzF0YkMxdWIyUmxQU0p0YVNJZ2RISmhibk5tYjNKdFBTSjBjbUZ1YzJ4aGRHVW9OakExTEMweE5UQXBJSE5qWVd4bEtEQXVOekEzS1NJK1BIVnpaU0JrWVhSaExXTTlJakZFTkRZeElpQjRiR2x1YXpwb2NtVm1QU0lqVFVwWUxUSXRWRVZZTFVrdE1VUTBOakVpTHo0OEwyYytQQzluUGp4bklHUmhkR0V0Ylcxc0xXNXZaR1U5SW0xdklpQjBjbUZ1YzJadmNtMDlJblJ5WVc1emJHRjBaU2d4TlRBM0xqTXNNQ2tpUGp4MWMyVWdaR0YwWVMxalBTSXpRaUlnZUd4cGJtczZhSEpsWmowaUkwMUtXQzB5TFZSRldDMU9MVE5DSWk4K1BDOW5QanhuSUdSaGRHRXRiVzFzTFc1dlpHVTlJbTF6Y1hKMElpQjBjbUZ1YzJadmNtMDlJblJ5WVc1emJHRjBaU2d4T1RVeExqa3NNQ2tpUGp4bklIUnlZVzV6Wm05eWJUMGlkSEpoYm5Oc1lYUmxLREV3TWpBc01Da2lQanhuSUdSaGRHRXRiVzFzTFc1dlpHVTlJbTF1SWo0OGRYTmxJR1JoZEdFdFl6MGlNekVpSUhoc2FXNXJPbWh5WldZOUlpTk5TbGd0TWkxVVJWZ3RUaTB6TVNJdlBqd3ZaejQ4WnlCa1lYUmhMVzF0YkMxdWIyUmxQU0p0YnlJZ2RISmhibk5tYjNKdFBTSjBjbUZ1YzJ4aGRHVW9Oekl5TGpJc01Da2lQangxYzJVZ1pHRjBZUzFqUFNJeU1qRXlJaUI0YkdsdWF6cG9jbVZtUFNJalRVcFlMVEl0VkVWWUxVNHRNakl4TWlJdlBqd3ZaejQ4WnlCa1lYUmhMVzF0YkMxdWIyUmxQU0p0YzNWaUlpQjBjbUZ1YzJadmNtMDlJblJ5WVc1emJHRjBaU2d4TnpJeUxqUXNNQ2tpUGp4bklHUmhkR0V0Ylcxc0xXNXZaR1U5SW0xcElqNDhkWE5sSUdSaGRHRXRZejBpTVVRMlJrUWlJSGhzYVc1ck9taHlaV1k5SWlOTlNsZ3RNaTFVUlZndFNTMHhSRFpHUkNJdlBqd3ZaejQ4WnlCa1lYUmhMVzF0YkMxdWIyUmxQU0p0YVNJZ2RISmhibk5tYjNKdFBTSjBjbUZ1YzJ4aGRHVW9OVGs1TEMweE5UQXBJSE5qWVd4bEtEQXVOekEzS1NJK1BIVnpaU0JrWVhSaExXTTlJakZFTkRZeElpQjRiR2x1YXpwb2NtVm1QU0lqVFVwWUxUSXRWRVZZTFVrdE1VUTBOakVpTHo0OEwyYytQQzluUGp3dlp6NDhaeUJrWVhSaExXMXRiQzF1YjJSbFBTSnRieUlnZEhKaGJuTm1iM0p0UFNKMGNtRnVjMnhoZEdVb01Dd3hNakF1T0NraVBqeDFjMlVnWkdGMFlTMWpQU0l5TWpGQklpQjRiR2x1YXpwb2NtVm1QU0lqVFVwWUxUSXRWRVZZTFZOUExUSXlNVUVpTHo0OEwyYytQSEpsWTNRZ2QybGtkR2c5SWpJMk1qWXVOeUlnYUdWcFoyaDBQU0kyTUNJZ2VEMGlNVEF5TUNJZ2VUMGlPVEV3TGpnaUx6NDhMMmMrUEdjZ1pHRjBZUzF0Yld3dGJtOWtaVDBpYlhOMGVXeGxJaUIwY21GdWMyWnZjbTA5SW5SeVlXNXpiR0YwWlNnMU5UazRMallzTUNraVBqeG5JR1JoZEdFdGJXMXNMVzV2WkdVOUltMXpjR0ZqWlNJdlBqd3ZaejQ4WnlCa1lYUmhMVzF0YkMxdWIyUmxQU0p0YzNWaUlpQjBjbUZ1YzJadmNtMDlJblJ5WVc1emJHRjBaU2cxTnpZMUxqWXNNQ2tpUGp4bklHUmhkR0V0Ylcxc0xXNXZaR1U5SW0xcElqNDhkWE5sSUdSaGRHRXRZejBpTVVRME5qVWlJSGhzYVc1ck9taHlaV1k5SWlOTlNsZ3RNaTFVUlZndFNTMHhSRFEyTlNJdlBqd3ZaejQ4WnlCa1lYUmhMVzF0YkMxdWIyUmxQU0pVWlZoQmRHOXRJaUIwY21GdWMyWnZjbTA5SW5SeVlXNXpiR0YwWlNnMk1EVXNMVEUxTUNrZ2MyTmhiR1VvTUM0M01EY3BJaUJrWVhSaExXMXFlQzEwWlhoamJHRnpjejBpVDFKRUlqNDhaeUJrWVhSaExXMXRiQzF1YjJSbFBTSnRhU0krUEhWelpTQmtZWFJoTFdNOUlqRkVORFl4SWlCNGJHbHVhenBvY21WbVBTSWpUVXBZTFRJdFZFVllMVWt0TVVRME5qRWlMejQ4TDJjK1BHY2daR0YwWVMxdGJXd3RibTlrWlQwaWJXOGlJSFJ5WVc1elptOXliVDBpZEhKaGJuTnNZWFJsS0RNMk1Td3dLU0krUEhWelpTQmtZWFJoTFdNOUlqSXlNVElpSUhoc2FXNXJPbWh5WldZOUlpTk5TbGd0TWkxVVJWZ3RUaTB5TWpFeUlpOCtQQzluUGp4bklHUmhkR0V0Ylcxc0xXNXZaR1U5SW0xdUlpQjBjbUZ1YzJadmNtMDlJblJ5WVc1emJHRjBaU2d4TVRNNUxEQXBJajQ4ZFhObElHUmhkR0V0WXowaU16RWlJSGhzYVc1ck9taHlaV1k5SWlOTlNsZ3RNaTFVUlZndFRpMHpNU0l2UGp3dlp6NDhMMmMrUEM5blBqeG5JR1JoZEdFdGJXMXNMVzV2WkdVOUltMXZJaUIwY21GdWMyWnZjbTA5SW5SeVlXNXpiR0YwWlNnM05UYzVMallzTUNraVBqeDFjMlVnWkdGMFlTMWpQU0l5UXlJZ2VHeHBibXM2YUhKbFpqMGlJMDFLV0MweUxWUkZXQzFPTFRKRElpOCtQQzluUGp4bklHUmhkR0V0Ylcxc0xXNXZaR1U5SW0xemRXSWlJSFJ5WVc1elptOXliVDBpZEhKaGJuTnNZWFJsS0Rnd01qUXVNeXd3S1NJK1BHY2daR0YwWVMxdGJXd3RibTlrWlQwaWJXa2lQangxYzJVZ1pHRjBZUzFqUFNJeFJEWkdSQ0lnZUd4cGJtczZhSEpsWmowaUkwMUtXQzB5TFZSRldDMUpMVEZFTmtaRUlpOCtQQzluUGp4bklHUmhkR0V0Ylcxc0xXNXZaR1U5SW0xcElpQjBjbUZ1YzJadmNtMDlJblJ5WVc1emJHRjBaU2cxT1Rrc0xURTFNQ2tnYzJOaGJHVW9NQzQzTURjcElqNDhkWE5sSUdSaGRHRXRZejBpTVVRME5qRWlJSGhzYVc1ck9taHlaV1k5SWlOTlNsZ3RNaTFVUlZndFNTMHhSRFEyTVNJdlBqd3ZaejQ4TDJjK1BHY2daR0YwWVMxdGJXd3RibTlrWlQwaVZHVllRWFJ2YlNJZ1pHRjBZUzF0YW5ndGRHVjRZMnhoYzNNOUlrOVNSQ0lnZEhKaGJuTm1iM0p0UFNKMGNtRnVjMnhoZEdVb09Ea3lPQzQxTERBcElqNDhaeUJrWVhSaExXMXRiQzF1YjJSbFBTSnRhU0krUEhWelpTQmtZWFJoTFdNOUlqRkVOREE0SWlCNGJHbHVhenBvY21WbVBTSWpUVXBZTFRJdFZFVllMVUl0TVVRME1EZ2lMejQ4TDJjK1BDOW5QanhuSUdSaGRHRXRiVzFzTFc1dlpHVTlJbTF2SWlCMGNtRnVjMlp2Y20wOUluUnlZVzV6YkdGMFpTZzVNelkwTGpVc01Da2dkSEpoYm5Oc1lYUmxLREFnTFRBdU5Ta2lQangxYzJVZ1pHRjBZUzFqUFNJeU9TSWdlR3hwYm1zNmFISmxaajBpSTAxS1dDMHlMVlJGV0MxTVR5MHlPU0l2UGp3dlp6NDhMMmMrUEM5blBqd3ZaejQ4TDNOMlp6ND0iLAoJIlJlYWxWaWV3U2l6ZUpzb24iIDogIntcImhlaWdodFwiOjYzMyxcIndpZHRoXCI6NTg3NX0iCn0K"/>
    </extobj>
    <extobj name="2384804F-3998-4D57-9195-F3826E402611-4">
      <extobjdata type="2384804F-3998-4D57-9195-F3826E402611" data="ewoJIkltZ1NldHRpbmdKc29uIiA6ICJ7XCJoZWlnaHRcIjoxOC43NDk5OTk5OTk5OTk5OTYsXCJ3aWR0aFwiOjMxMy4zOTI4NTcxNDI4NTcxfSIsCgkiTGF0ZXgiIDogInBfXFx0aGV0YSh4X3t0LTF9IHwgeF90KSA9IFxcbWF0aGNhbHtOfVxcbGVmdCggeF97dC0xfTsgXFxtdV9cXHRoZXRhKHhfdCwgdCksIFxcU2lnbWFfXFx0aGV0YSh4X3QsIHQpIFxccmlnaHQpIiwKCSJMYXRleEltZ0Jhc2U2NCIgOiAiUEhOMlp5QjRiV3h1Y3owaWFIUjBjRG92TDNkM2R5NTNNeTV2Y21jdk1qQXdNQzl6ZG1jaUlIZHBaSFJvUFNJME1DNHlOek5sZUNJZ2FHVnBaMmgwUFNJeUxqTTFNV1Y0SWlCeWIyeGxQU0pwYldjaUlHWnZZM1Z6WVdKc1pUMGlabUZzYzJVaUlIWnBaWGRDYjNnOUlqQWdMVGM0T1NBeE56Z3dNQzQxSURFd016a2lJSGh0Ykc1ek9uaHNhVzVyUFNKb2RIUndPaTh2ZDNkM0xuY3pMbTl5Wnk4eE9UazVMM2hzYVc1cklpQmhjbWxoTFdocFpHUmxiajBpZEhKMVpTSWdjM1I1YkdVOUluWmxjblJwWTJGc0xXRnNhV2R1T2lBdE1DNDFOalpsZURzZ2JXRjRMWGRwWkhSb09pQTVPQ1U3SWo0OFpHVm1jejQ4Y0dGMGFDQnBaRDBpVFVwWUxUSXRWRVZZTFVrdE1VUTBOVVFpSUdROUlrMHlNeUF5T0RkUk1qUWdNamt3SURJMUlESTVOVlF6TUNBek1UZFVOREFnTXpRNFZEVTFJRE00TVZRM05TQTBNVEZVTVRBeElEUXpNMVF4TXpRZ05EUXlVVEl3T1NBME5ESWdNak13SURNM09Fd3lOREFnTXpnM1VUTXdNaUEwTkRJZ016VTRJRFEwTWxFME1qTWdORFF5SURRMk1DQXpPVFZVTkRrM0lESTRNVkUwT1RjZ01UY3pJRFF5TVNBNE1sUXlORGtnTFRFd1VUSXlOeUF0TVRBZ01qRXdJQzAwVVRFNU9TQXhJREU0TnlBeE1WUXhOamdnTWpoTU1UWXhJRE0yVVRFMk1DQXpOU0F4TXprZ0xUVXhWREV4T0NBdE1UTTRVVEV4T0NBdE1UUTBJREV5TmlBdE1UUTFWREUyTXlBdE1UUTRTREU0T0ZFeE9UUWdMVEUxTlNBeE9UUWdMVEUxTjFReE9URWdMVEUzTlZFeE9EZ2dMVEU0TnlBeE9EVWdMVEU1TUZReE56SWdMVEU1TkZFeE56QWdMVEU1TkNBeE5qRWdMVEU1TkZReE1qY2dMVEU1TTFRMk5TQXRNVGt5VVMwMUlDMHhPVElnTFRJMElDMHhPVFJJTFRNeVVTMHpPU0F0TVRnM0lDMHpPU0F0TVRnelVTMHpOeUF0TVRVMklDMHlOaUF0TVRRNFNDMDJVVEk0SUMweE5EY2dNek1nTFRFek5sRXpOaUF0TVRNd0lEazBJREV3TTFReE5UVWdNelV3VVRFMU5pQXpOVFVnTVRVMklETTJORkV4TlRZZ05EQTFJREV6TVNBME1EVlJNVEE1SURRd05TQTVOQ0F6TnpkVU56RWdNekUyVkRVNUlESTRNRkUxTnlBeU56Z2dORE1nTWpjNFNESTVVVEl6SURJNE5DQXlNeUF5T0RkYVRURTNPQ0F4TURKUk1qQXdJREkySURJMU1pQXlObEV5T0RJZ01qWWdNekV3SURRNVZETTFOaUF4TURkUk16YzBJREUwTVNBek9USWdNakUxVkRReE1TQXpNalZXTXpNeFVUUXhNU0EwTURVZ016VXdJRFF3TlZFek16a2dOREExSURNeU9DQTBNREpVTXpBMklETTVNMVF5T0RZZ016Z3dWREkyT1NBek5qVlVNalUwSURNMU1GUXlORE1nTXpNMlZESXpOU0F6TWpaTU1qTXlJRE15TWxFeU16SWdNekl4SURJeU9TQXpNRGhVTWpFNElESTJORlF5TURRZ01qRXlVVEUzT0NBeE1EWWdNVGM0SURFd01sb2lMejQ4Y0dGMGFDQnBaRDBpVFVwWUxUSXRWRVZZTFVrdE1VUTNNRE1pSUdROUlrMHpOU0F5TURCUk16VWdNekF5SURjMElEUXhOVlF4T0RBZ05qRXdWRE14T1NBM01EUlJNekl3SURjd05DQXpNamNnTnpBMFZETXpPU0EzTURWUk16a3pJRGN3TVNBME1qTWdOalUyVVRRMk1pQTFPVFlnTkRZeUlEUTVOVkUwTmpJZ016Z3dJRFF4TnlBeU5qRlVNekF5SURZMlZERTJPQ0F0TVRCSU1UWXhVVEV5TlNBdE1UQWdPVGtnTVRCVU5qQWdOak5VTkRFZ01UTXdWRE0xSURJd01GcE5Nemd6SURVMk5sRXpPRE1nTmpZNElETXpNQ0EyTmpoUk1qazBJRFkyT0NBeU5qQWdOakl6VkRJd05DQTFNakZVTVRjd0lEUXlNVlF4TlRjZ016Y3hVVEl3TmlBek56QWdNalUwSURNM01Fd3pOVEVnTXpjeFVUTTFNaUF6TnpJZ016VTVJRFF3TkZRek56VWdORGcwVkRNNE15QTFOalphVFRFeE15QXhNekpSTVRFeklESTJJREUyTmlBeU5sRXhPREVnTWpZZ01UazRJRE0yVkRJek9TQTNORlF5T0RjZ01UWXhWRE16TlNBek1EZE1NelF3SURNeU5FZ3hORFZSTVRRMUlETXlNU0F4TXpZZ01qZzJWREV5TUNBeU1EaFVNVEV6SURFek1sb2lMejQ4Y0dGMGFDQnBaRDBpVFVwWUxUSXRWRVZZTFU0dE1qZ2lJR1E5SWswNU5DQXlOVEJST1RRZ016RTVJREV3TkNBek9ERlVNVEkzSURRNE9GUXhOalFnTlRjMlZESXdNaUEyTkROVU1qUTBJRFk1TlZReU56Y2dOekk1VkRNd01pQTNOVEJJTXpFMVNETXhPVkV6TXpNZ056VXdJRE16TXlBM05ERlJNek16SURjek9DQXpNVFlnTnpJd1ZESTNOU0EyTmpkVU1qSTJJRFU0TVZReE9EUWdORFF6VkRFMk55QXlOVEJVTVRnMElEVTRWREl5TlNBdE9ERlVNamMwSUMweE5qZFVNekUySUMweU1qQlVNek16SUMweU5ERlJNek16SUMweU5UQWdNekU0SUMweU5UQklNekUxU0RNd01rd3lOelFnTFRJeU5sRXhPREFnTFRFME1TQXhNemNnTFRFMFZEazBJREkxTUZvaUx6NDhjR0YwYUNCcFpEMGlUVXBZTFRJdFZFVllMVWt0TVVRME5qVWlJR1E5SWswMU1pQXlPRGxSTlRrZ016TXhJREV3TmlBek9EWlVNakl5SURRME1sRXlOVGNnTkRReUlESTROaUEwTWpSVU16STVJRE0zT1ZFek56RWdORFF5SURRek1DQTBOREpSTkRZM0lEUTBNaUEwT1RRZ05ESXdWRFV5TWlBek5qRlJOVEl5SURNek1pQTFNRGdnTXpFMFZEUTRNU0F5T1RKVU5EVTRJREk0T0ZFME16a2dNamc0SURReU55QXlPVGxVTkRFMUlETXlPRkUwTVRVZ016YzBJRFEyTlNBek9URlJORFUwSURRd05DQTBNalVnTkRBMFVUUXhNaUEwTURRZ05EQTJJRFF3TWxFek5qZ2dNemcySURNMU1DQXpNelpSTWprd0lERXhOU0F5T1RBZ056aFJNamt3SURVd0lETXdOaUF6T0ZRek5ERWdNalpSTXpjNElESTJJRFF4TkNBMU9WUTBOak1nTVRRd1VUUTJOaUF4TlRBZ05EWTVJREUxTVZRME9EVWdNVFV6U0RRNE9WRTFNRFFnTVRVeklEVXdOQ0F4TkRWUk5UQTBJREUwTkNBMU1ESWdNVE0wVVRRNE5pQTNOeUEwTkRBZ016TlVNek16SUMweE1WRXlOak1nTFRFeElESXlOeUExTWxFeE9EWWdMVEV3SURFek15QXRNVEJJTVRJM1VUYzRJQzB4TUNBMU55QXhObFF6TlNBM01WRXpOU0F4TURNZ05UUWdNVEl6VkRrNUlERTBNMUV4TkRJZ01UUXpJREUwTWlBeE1ERlJNVFF5SURneElERXpNQ0EyTmxReE1EY2dORFpVT1RRZ05ERk1PVEVnTkRCUk9URWdNemtnT1RjZ016WlVNVEV6SURJNVZERXpNaUF5TmxFeE5qZ2dNallnTVRrMElEY3hVVEl3TXlBNE55QXlNVGNnTVRNNVZESTBOU0F5TkRkVU1qWXhJRE14TTFFeU5qWWdNelF3SURJMk5pQXpOVEpSTWpZMklETTRNQ0F5TlRFZ016a3lWREl4TnlBME1EUlJNVGMzSURRd05DQXhORElnTXpjeVZEa3pJREk1TUZFNU1TQXlPREVnT0RnZ01qZ3dWRGN5SURJM09FZzFPRkUxTWlBeU9EUWdOVElnTWpnNVdpSXZQanh3WVhSb0lHbGtQU0pOU2xndE1pMVVSVmd0U1MweFJEUTJNU0lnWkQwaVRUSTJJRE00TlZFeE9TQXpPVElnTVRrZ016azFVVEU1SURNNU9TQXlNaUEwTVRGVU1qY2dOREkxVVRJNUlEUXpNQ0F6TmlBME16QlVPRGNnTkRNeFNERTBNRXd4TlRrZ05URXhVVEUyTWlBMU1qSWdNVFkySURVME1GUXhOek1nTlRZMlZERTNPU0ExT0RaVU1UZzNJRFl3TTFReE9UY2dOakUxVkRJeE1TQTJNalJVTWpJNUlEWXlObEV5TkRjZ05qSTFJREkxTkNBMk1UVlVNall4SURVNU5sRXlOakVnTlRnNUlESTFNaUExTkRsVU1qTXlJRFEzTUV3eU1qSWdORE16VVRJeU1pQTBNekVnTWpjeUlEUXpNVWd6TWpOUk16TXdJRFF5TkNBek16QWdOREl3VVRNek1DQXpPVGdnTXpFM0lETTROVWd5TVRCTU1UYzBJREkwTUZFeE16VWdPREFnTVRNMUlEWTRVVEV6TlNBeU5pQXhOaklnTWpaUk1UazNJREkySURJek1DQTJNRlF5T0RNZ01UUTBVVEk0TlNBeE5UQWdNamc0SURFMU1WUXpNRE1nTVRVelNETXdOMUV6TWpJZ01UVXpJRE15TWlBeE5EVlJNekl5SURFME1pQXpNVGtnTVRNelVUTXhOQ0F4TVRjZ016QXhJRGsxVkRJMk55QTBPRlF5TVRZZ05sUXhOVFVnTFRFeFVURXlOU0F0TVRFZ09UZ2dORlExT1NBMU5sRTFOeUEyTkNBMU55QTRNMVl4TURGTU9USWdNalF4VVRFeU55QXpPRElnTVRJNElETTRNMUV4TWpnZ016ZzFJRGMzSURNNE5VZ3lObG9pTHo0OGNHRjBhQ0JwWkQwaVRVcFlMVEl0VkVWWUxVNHRNakl4TWlJZ1pEMGlUVGcwSURJek4xUTROQ0F5TlRCVU9UZ2dNamN3U0RZM09WRTJPVFFnTWpZeUlEWTVOQ0F5TlRCVU5qYzVJREl6TUVnNU9GRTROQ0F5TXpjZ09EUWdNalV3V2lJdlBqeHdZWFJvSUdsa1BTSk5TbGd0TWkxVVJWZ3RUaTB6TVNJZ1pEMGlUVEl4TXlBMU56aE1NakF3SURVM00xRXhPRFlnTlRZNElERTJNQ0ExTmpOVU1UQXlJRFUxTmtnNE0xWTJNREpJTVRBeVVURTBPU0EyTURRZ01UZzVJRFl4TjFReU5EVWdOalF4VkRJM015QTJOak5STWpjMUlEWTJOaUF5T0RVZ05qWTJVVEk1TkNBMk5qWWdNekF5SURZMk1GWXpOakZNTXpBeklEWXhVVE14TUNBMU5DQXpNVFVnTlRKVU16TTVJRFE0VkRRd01TQTBOa2cwTWpkV01FZzBNVFpSTXprMUlETWdNalUzSUROUk1USXhJRE1nTVRBd0lEQklPRGhXTkRaSU1URTBVVEV6TmlBME5pQXhOVElnTkRaVU1UYzNJRFEzVkRFNU15QTFNRlF5TURFZ05USlVNakEzSURVM1ZESXhNeUEyTVZZMU56aGFJaTgrUEhCaGRHZ2dhV1E5SWsxS1dDMHlMVlJGV0MxT0xUZERJaUJrUFNKTk1UTTVJQzB5TkRsSU1UTTNVVEV5TlNBdE1qUTVJREV4T1NBdE1qTTFWakkxTVV3eE1qQWdOek0zVVRFek1DQTNOVEFnTVRNNUlEYzFNRkV4TlRJZ056VXdJREUxT1NBM016VldMVEl6TlZFeE5URWdMVEkwT1NBeE5ERWdMVEkwT1VneE16bGFJaTgrUEhCaGRHZ2dhV1E5SWsxS1dDMHlMVlJGV0MxT0xUSTVJaUJrUFNKTk5qQWdOelE1VERZMElEYzFNRkUyT1NBM05UQWdOelFnTnpVd1NEZzJUREV4TkNBM01qWlJNakE0SURZME1TQXlOVEVnTlRFMFZESTVOQ0F5TlRCUk1qazBJREU0TWlBeU9EUWdNVEU1VkRJMk1TQXhNbFF5TWpRZ0xUYzJWREU0TmlBdE1UUXpWREUwTlNBdE1UazBWREV4TXlBdE1qSTNWRGt3SUMweU5EWlJPRGNnTFRJME9TQTROaUF0TWpVd1NEYzBVVFkySUMweU5UQWdOak1nTFRJMU1GUTFPQ0F0TWpRM1ZEVTFJQzB5TXpoUk5UWWdMVEl6TnlBMk5pQXRNakkxVVRJeU1TQXROalFnTWpJeElESTFNRlEyTmlBM01qVlJOVFlnTnpNM0lEVTFJRGN6T0ZFMU5TQTNORFlnTmpBZ056UTVXaUl2UGp4d1lYUm9JR2xrUFNKTlNsZ3RNaTFVUlZndFRpMHpSQ0lnWkQwaVRUVTJJRE0wTjFFMU5pQXpOakFnTnpBZ016WTNTRGN3TjFFM01qSWdNelU1SURjeU1pQXpORGRSTnpJeUlETXpOaUEzTURnZ016STRURE01TUNBek1qZElOekpSTlRZZ016TXlJRFUySURNME4xcE5OVFlnTVRVelVUVTJJREUyT0NBM01pQXhOek5JTnpBNFVUY3lNaUF4TmpNZ056SXlJREUxTTFFM01qSWdNVFF3SURjd055QXhNek5JTnpCUk5UWWdNVFF3SURVMklERTFNMW9pTHo0OGNHRjBhQ0JwWkQwaVRVcFlMVEl0VkVWWUxVTXRORVVpSUdROUlrMHpORE1nTnpBMVVUTTFPQ0EzTURVZ016VTRJRFk1T0ZFek5qQWdOamsySURNM01DQTJOVGhVTkRFeElEVXlORlEwT0RRZ016RTVVVFV6TmlBeE56UWdOVGt3SURneVREVTVOU0EzTTB3Mk1UVWdNVFV5VVRZME5pQXlOelFnTmpneklEUXdOMUUzTWprZ05UY3hJRGMxTWlBMk16ZFVOems1SURjeU4xRTROVElnTnpnd0lEa3pOeUEzT0RoUk9UTTVJRGM0T0NBNU5EY2dOemc0VkRrMU9DQTNPRGxJT1RZeVVUazNPU0EzT0RrZ09UYzVJRGMyTlZFNU56a2dOekl5SURrMU1TQTJPVEpST1RReUlEWTRNeUE1TWpRZ05qZ3pVVGc0T0NBMk9ERWdPRFU1SURZM01sUTRNVGdnTmpVMFZEZ3dNeUEyTXpsUk56ZzBJRFl3T0NBM01EZ2dNekl5VkRZek1TQXhOVkUyTXpFZ01UUWdOak13SURFMVVUWXpNQ0F4TnlBMk1qa2dNVFZSTmpJNElERTBJRFl5T0NBeE1sRTJNakVnTFRRZ05qQXhJQzB4TjFRMU5qQWdMVE14VVRVMU1DQXRNekVnTlRRMklDMHlPRlExTXpBZ0xUZFJORGcwSURZM0lEUTFPQ0F4TWpOVU16azRJREkzTWxFek5USWdNemt5SURNeE5DQTFNVFJNTXpBMklEVXpOVlkxTXpSUk16QTJJRFV6TXlBeU9UWWdORGc0VkRJM01pQXpOemxVTWpNMElESXpPVlF4T0RVZ01UQXdWREV5TnlBdE4xUTJNU0F0TlRCUk16UWdMVFV3SURRZ0xUTTBWQzB5TnlBNFVTMHlOeUF6TXlBdE1USWdOakZVTVRnZ09UQlJNakVnT1RBZ016WWdOemRVT0RjZ05UZElPVEpSTVRBNUlEVTNJREV5TXlBM09GUXhOaklnTVRjelVUSXdOaUF5T1RrZ01qTXlJRFF4TjFReU5qVWdOVGs1VkRJM05pQTJOamRSTWpnMElEWTRNU0F6TURRZ05qa3pWRE0wTXlBM01EVmFJaTgrUEhCaGRHZ2dhV1E5SWsxS1dDMHlMVlJGV0MxT0xUTkNJaUJrUFNKTk56Z2dNemN3VVRjNElETTVOQ0E1TlNBME1USlVNVE00SURRek1GRXhOaklnTkRNd0lERTRNQ0EwTVRSVU1UazVJRE0zTVZFeE9Ua2dNelEySURFNE1pQXpNamhVTVRNNUlETXhNRlE1TmlBek1qZFVOemdnTXpjd1drMDNPQ0EyTUZFM09DQTROU0E1TkNBeE1ETlVNVE0zSURFeU1WRXlNRElnTVRJeElESXdNaUE0VVRJd01pQXRORFFnTVRneklDMDVORlF4TkRRZ0xURTJPVlF4TVRnZ0xURTVORkV4TVRVZ0xURTVOQ0F4TURZZ0xURTRObFE1TlNBdE1UYzBVVGswSUMweE56RWdNVEEzSUMweE5UVlVNVE0zSUMweE1EZFVNVFl3SUMwek9GRXhOakVnTFRNeUlERTJNaUF0TWpKVU1UWTFJQzAwVkRFMk5TQTBVVEUyTlNBMUlERTJNU0EwVkRFME1pQXdVVEV4TUNBd0lEazBJREU0VkRjNElEWXdXaUl2UGp4d1lYUm9JR2xrUFNKTlNsZ3RNaTFVUlZndFNTMHhSRGN3TnlJZ1pEMGlUVFU0SUMweU1UWlJORFFnTFRJeE5pQXpOQ0F0TWpBNFZESXpJQzB4T0RaUk1qTWdMVEUzTmlBNU5pQXhNVFpVTVRjeklEUXhORkV4T0RZZ05EUXlJREl4T1NBME5ESlJNak14SURRME1TQXlNemtnTkRNMVZESTBPU0EwTWpOVU1qVXhJRFF4TTFFeU5URWdOREF4SURJeU1DQXlOemxVTVRnM0lERTBNbEV4T0RVZ01UTXhJREU0TlNBeE1EZFdPVGxSTVRnMUlESTJJREkxTWlBeU5sRXlOakVnTWpZZ01qY3dJREkzVkRJNE55QXpNVlF6TURJZ016aFVNekUxSURRMVZETXlOeUExTlZRek16Z2dOalZVTXpRNElEYzNWRE0xTmlBNE9GUXpOalVnTVRBd1RETTNNaUF4TVRCTU5EQTRJREkxTTFFME5EUWdNemsxSURRME9DQTBNRFJSTkRZeElEUXpNU0EwT1RFZ05ETXhVVFV3TkNBME16RWdOVEV5SURReU5GUTFNak1nTkRFeVZEVXlOU0EwTURKTU5EUTVJRGcwVVRRME9DQTNPU0EwTkRnZ05qaFJORFE0SURReklEUTFOU0F6TlZRME56WWdNalpSTkRnMUlESTNJRFE1TmlBek5WRTFNVGNnTlRVZ05UTTNJREV6TVZFMU5ETWdNVFV4SURVME55QXhOVEpSTlRRNUlERTFNeUExTlRjZ01UVXpTRFUyTVZFMU9EQWdNVFV6SURVNE1DQXhORFJSTlRnd0lERXpPQ0ExTnpVZ01URTNWRFUxTlNBMk0xUTFNak1nTVROUk5URXdJREFnTkRreElDMDRVVFE0TXlBdE1UQWdORFkzSUMweE1GRTBORFlnTFRFd0lEUXlPU0F0TkZRME1ESWdNVEZVTXpnMUlESTVWRE0zTmlBME5GUXpOelFnTlRGTU16WTRJRFExVVRNMk1pQXpPU0F6TlRBZ016QlVNekkwSURFeVZESTRPQ0F0TkZReU5EWWdMVEV4VVRFNU9TQXRNVEVnTVRVeklERXlUREV5T1NBdE9EVlJNVEE0SUMweE5qY2dNVEEwSUMweE9EQlVPVElnTFRJd01sRTNOaUF0TWpFMklEVTRJQzB5TVRaYUlpOCtQSEJoZEdnZ2FXUTlJazFLV0MweUxWUkZXQzFPTFRKRElpQmtQU0pOTnpnZ016VlVOemdnTmpCVU9UUWdNVEF6VkRFek55QXhNakZSTVRZMUlERXlNU0F4T0RjZ09UWlVNakV3SURoUk1qRXdJQzB5TnlBeU1ERWdMVFl3VkRFNE1DQXRNVEUzVkRFMU5DQXRNVFU0VkRFek1DQXRNVGcxVkRFeE55QXRNVGswVVRFeE15QXRNVGswSURFd05DQXRNVGcxVkRrMUlDMHhOekpST1RVZ0xURTJPQ0F4TURZZ0xURTFObFF4TXpFZ0xURXlObFF4TlRjZ0xUYzJWREUzTXlBdE0xWTVUREUzTWlBNFVURTNNQ0EzSURFMk55QTJWREUyTVNBelZERTFNaUF4VkRFME1DQXdVVEV4TXlBd0lEazJJREUzV2lJdlBqeHdZWFJvSUdsa1BTSk5TbGd0TWkxVVJWZ3RUaTB6UVRNaUlHUTlJazAyTmpZZ01qUTNVVFkyTkNBeU5EUWdOalV5SURFeU5sUTJNemdnTkZZd1NETTFNVkV4TXpFZ01DQTVOU0F3VkRVM0lEVldObEUxTkNBeE1pQTFOeUF4TjB3M015QXpObEU0T1NBMU5DQXhNakVnT1RCVU1UZ3lJREUxT1V3ek1EVWdNams1VERVMklEWTBORXcxTlNBMk5UaFJOVFVnTmpjM0lEWXdJRFk0TVZFMk15QTJPRE1nTXpVeElEWTRNMGcyTXpoV05qYzVVVFkwTUNBMk56UWdOalV5SURVMk5GUTJOallnTkRRM1ZqUTBNMGcyTWpaV05EUTNVVFl4T0NBMU1EVWdOakEwSURVME0xUTFOVGtnTmpBMVVUVXlPU0EyTWpZZ05EYzRJRFl6TVZRek16TWdOak0zU0RJNU5FZ3hPRGxNTWpreklEUTVORkV6TVRRZ05EWTFJRE0wTlNBME1qSlJOREF3SURNME5pQTBNREFnTXpRd1VUUXdNQ0F6TXpnZ016azVJRE16TjB3eE5UUWdOVGRSTkRBM0lEVTNJRFF5T0NBMU9GRTBOellnTmpBZ05UQTRJRFk0VkRVMU1TQTRNMVExTnpVZ01UQXpVVFU1TlNBeE1qVWdOakE0SURFMk1sUTJNalFnTWpJMVREWXlOaUF5TlRGSU5qWTJWakkwTjFvaUx6NDhMMlJsWm5NK1BHY2djM1J5YjJ0bFBTSmpkWEp5Wlc1MFEyOXNiM0lpSUdacGJHdzlJbU4xY25KbGJuUkRiMnh2Y2lJZ2MzUnliMnRsTFhkcFpIUm9QU0l3SWlCMGNtRnVjMlp2Y20wOUluTmpZV3hsS0RFc0xURXBJajQ4WnlCa1lYUmhMVzF0YkMxdWIyUmxQU0p0WVhSb0lqNDhaeUJrWVhSaExXMXRiQzF1YjJSbFBTSnRjM1ZpSWo0OFp5QmtZWFJoTFcxdGJDMXViMlJsUFNKdGFTSStQSFZ6WlNCa1lYUmhMV005SWpGRU5EVkVJaUI0YkdsdWF6cG9jbVZtUFNJalRVcFlMVEl0VkVWWUxVa3RNVVEwTlVRaUx6NDhMMmMrUEdjZ1pHRjBZUzF0Yld3dGJtOWtaVDBpYldraUlIUnlZVzV6Wm05eWJUMGlkSEpoYm5Oc1lYUmxLRFV6Tml3dE1UVXdLU0J6WTJGc1pTZ3dMamN3TnlraVBqeDFjMlVnWkdGMFlTMWpQU0l4UkRjd015SWdlR3hwYm1zNmFISmxaajBpSTAxS1dDMHlMVlJGV0MxSkxURkVOekF6SWk4K1BDOW5Qand2Wno0OFp5QmtZWFJoTFcxdGJDMXViMlJsUFNKdGJ5SWdkSEpoYm5ObWIzSnRQU0owY21GdWMyeGhkR1VvT1RFM0xqWXNNQ2tpUGp4MWMyVWdaR0YwWVMxalBTSXlPQ0lnZUd4cGJtczZhSEpsWmowaUkwMUtXQzB5TFZSRldDMU9MVEk0SWk4K1BDOW5QanhuSUdSaGRHRXRiVzFzTFc1dlpHVTlJbTF6ZFdJaUlIUnlZVzV6Wm05eWJUMGlkSEpoYm5Oc1lYUmxLREV6TURZdU5pd3dLU0krUEdjZ1pHRjBZUzF0Yld3dGJtOWtaVDBpYldraVBqeDFjMlVnWkdGMFlTMWpQU0l4UkRRMk5TSWdlR3hwYm1zNmFISmxaajBpSTAxS1dDMHlMVlJGV0MxSkxURkVORFkxSWk4K1BDOW5QanhuSUdSaGRHRXRiVzFzTFc1dlpHVTlJbFJsV0VGMGIyMGlJSFJ5WVc1elptOXliVDBpZEhKaGJuTnNZWFJsS0RZd05Td3RNVFV3S1NCelkyRnNaU2d3TGpjd055a2lJR1JoZEdFdGJXcDRMWFJsZUdOc1lYTnpQU0pQVWtRaVBqeG5JR1JoZEdFdGJXMXNMVzV2WkdVOUltMXBJajQ4ZFhObElHUmhkR0V0WXowaU1VUTBOakVpSUhoc2FXNXJPbWh5WldZOUlpTk5TbGd0TWkxVVJWZ3RTUzB4UkRRMk1TSXZQand2Wno0OFp5QmtZWFJoTFcxdGJDMXViMlJsUFNKdGJ5SWdkSEpoYm5ObWIzSnRQU0owY21GdWMyeGhkR1VvTXpZeExEQXBJajQ4ZFhObElHUmhkR0V0WXowaU1qSXhNaUlnZUd4cGJtczZhSEpsWmowaUkwMUtXQzB5TFZSRldDMU9MVEl5TVRJaUx6NDhMMmMrUEdjZ1pHRjBZUzF0Yld3dGJtOWtaVDBpYlc0aUlIUnlZVzV6Wm05eWJUMGlkSEpoYm5Oc1lYUmxLREV4TXprc01Da2lQangxYzJVZ1pHRjBZUzFqUFNJek1TSWdlR3hwYm1zNmFISmxaajBpSTAxS1dDMHlMVlJGV0MxT0xUTXhJaTgrUEM5blBqd3ZaejQ4TDJjK1BHY2daR0YwWVMxdGJXd3RibTlrWlQwaVZHVllRWFJ2YlNJZ1pHRjBZUzF0YW5ndGRHVjRZMnhoYzNNOUlrOVNSQ0lnZEhKaGJuTm1iM0p0UFNKMGNtRnVjMnhoZEdVb016RXlNQzQyTERBcElqNDhaeUJrWVhSaExXMXRiQzF1YjJSbFBTSnRieUlnZEhKaGJuTm1iM0p0UFNKMGNtRnVjMnhoZEdVb01DQXRNQzQxS1NJK1BIVnpaU0JrWVhSaExXTTlJamRESWlCNGJHbHVhenBvY21WbVBTSWpUVXBZTFRJdFZFVllMVTR0TjBNaUx6NDhMMmMrUEM5blBqeG5JR1JoZEdFdGJXMXNMVzV2WkdVOUltMXpkV0lpSUhSeVlXNXpabTl5YlQwaWRISmhibk5zWVhSbEtETXpPVGd1Tml3d0tTSStQR2NnWkdGMFlTMXRiV3d0Ym05a1pUMGliV2tpUGp4MWMyVWdaR0YwWVMxalBTSXhSRFEyTlNJZ2VHeHBibXM2YUhKbFpqMGlJMDFLV0MweUxWUkZXQzFKTFRGRU5EWTFJaTgrUEM5blBqeG5JR1JoZEdFdGJXMXNMVzV2WkdVOUltMXBJaUIwY21GdWMyWnZjbTA5SW5SeVlXNXpiR0YwWlNnMk1EVXNMVEUxTUNrZ2MyTmhiR1VvTUM0M01EY3BJajQ4ZFhObElHUmhkR0V0WXowaU1VUTBOakVpSUhoc2FXNXJPbWh5WldZOUlpTk5TbGd0TWkxVVJWZ3RTUzB4UkRRMk1TSXZQand2Wno0OEwyYytQR2NnWkdGMFlTMXRiV3d0Ym05a1pUMGliVzhpSUhSeVlXNXpabTl5YlQwaWRISmhibk5zWVhSbEtEUXpNRGd1T0N3d0tTSStQSFZ6WlNCa1lYUmhMV005SWpJNUlpQjRiR2x1YXpwb2NtVm1QU0lqVFVwWUxUSXRWRVZZTFU0dE1qa2lMejQ4TDJjK1BHY2daR0YwWVMxdGJXd3RibTlrWlQwaWJXOGlJSFJ5WVc1elptOXliVDBpZEhKaGJuTnNZWFJsS0RRNU56VXVOaXd3S1NJK1BIVnpaU0JrWVhSaExXTTlJak5FSWlCNGJHbHVhenBvY21WbVBTSWpUVXBZTFRJdFZFVllMVTR0TTBRaUx6NDhMMmMrUEdjZ1pHRjBZUzF0Yld3dGJtOWtaVDBpVkdWWVFYUnZiU0lnWkdGMFlTMXRhbmd0ZEdWNFkyeGhjM005SWs5U1JDSWdkSEpoYm5ObWIzSnRQU0owY21GdWMyeGhkR1VvTmpBek1TNDBMREFwSWo0OFp5QmtZWFJoTFcxdGJDMXViMlJsUFNKdGFTSStQSFZ6WlNCa1lYUmhMV005SWpSRklpQjRiR2x1YXpwb2NtVm1QU0lqVFVwWUxUSXRWRVZZTFVNdE5FVWlMejQ4TDJjK1BDOW5QanhuSUdSaGRHRXRiVzFzTFc1dlpHVTlJbTF5YjNjaUlIUnlZVzV6Wm05eWJUMGlkSEpoYm5Oc1lYUmxLRGN4TnpjdU1Td3dLU0krUEdjZ1pHRjBZUzF0Yld3dGJtOWtaVDBpYlc4aVBqeDFjMlVnWkdGMFlTMWpQU0l5T0NJZ2VHeHBibXM2YUhKbFpqMGlJMDFLV0MweUxWUkZXQzFPTFRJNElpOCtQQzluUGp4bklHUmhkR0V0Ylcxc0xXNXZaR1U5SW0xemRXSWlJSFJ5WVc1elptOXliVDBpZEhKaGJuTnNZWFJsS0RNNE9Td3dLU0krUEdjZ1pHRjBZUzF0Yld3dGJtOWtaVDBpYldraVBqeDFjMlVnWkdGMFlTMWpQU0l4UkRRMk5TSWdlR3hwYm1zNmFISmxaajBpSTAxS1dDMHlMVlJGV0MxSkxURkVORFkxSWk4K1BDOW5QanhuSUdSaGRHRXRiVzFzTFc1dlpHVTlJbFJsV0VGMGIyMGlJSFJ5WVc1elptOXliVDBpZEhKaGJuTnNZWFJsS0RZd05Td3RNVFV3S1NCelkyRnNaU2d3TGpjd055a2lJR1JoZEdFdGJXcDRMWFJsZUdOc1lYTnpQU0pQVWtRaVBqeG5JR1JoZEdFdGJXMXNMVzV2WkdVOUltMXBJajQ4ZFhObElHUmhkR0V0WXowaU1VUTBOakVpSUhoc2FXNXJPbWh5WldZOUlpTk5TbGd0TWkxVVJWZ3RTUzB4UkRRMk1TSXZQand2Wno0OFp5QmtZWFJoTFcxdGJDMXViMlJsUFNKdGJ5SWdkSEpoYm5ObWIzSnRQU0owY21GdWMyeGhkR1VvTXpZeExEQXBJajQ4ZFhObElHUmhkR0V0WXowaU1qSXhNaUlnZUd4cGJtczZhSEpsWmowaUkwMUtXQzB5TFZSRldDMU9MVEl5TVRJaUx6NDhMMmMrUEdjZ1pHRjBZUzF0Yld3dGJtOWtaVDBpYlc0aUlIUnlZVzV6Wm05eWJUMGlkSEpoYm5Oc1lYUmxLREV4TXprc01Da2lQangxYzJVZ1pHRjBZUzFqUFNJek1TSWdlR3hwYm1zNmFISmxaajBpSTAxS1dDMHlMVlJGV0MxT0xUTXhJaTgrUEM5blBqd3ZaejQ4TDJjK1BHY2daR0YwWVMxdGJXd3RibTlrWlQwaWJXOGlJSFJ5WVc1elptOXliVDBpZEhKaGJuTnNZWFJsS0RJeU1ESXVPU3d3S1NJK1BIVnpaU0JrWVhSaExXTTlJak5DSWlCNGJHbHVhenBvY21WbVBTSWpUVXBZTFRJdFZFVllMVTR0TTBJaUx6NDhMMmMrUEdjZ1pHRjBZUzF0Yld3dGJtOWtaVDBpYlhOMVlpSWdkSEpoYm5ObWIzSnRQU0owY21GdWMyeGhkR1VvTWpZME55NDJMREFwSWo0OFp5QmtZWFJoTFcxdGJDMXViMlJsUFNKdGFTSStQSFZ6WlNCa1lYUmhMV005SWpGRU56QTNJaUI0YkdsdWF6cG9jbVZtUFNJalRVcFlMVEl0VkVWWUxVa3RNVVEzTURjaUx6NDhMMmMrUEdjZ1pHRjBZUzF0Yld3dGJtOWtaVDBpYldraUlIUnlZVzV6Wm05eWJUMGlkSEpoYm5Oc1lYUmxLRFl6Tml3dE1UVXdLU0J6WTJGc1pTZ3dMamN3TnlraVBqeDFjMlVnWkdGMFlTMWpQU0l4UkRjd015SWdlR3hwYm1zNmFISmxaajBpSTAxS1dDMHlMVlJGV0MxSkxURkVOekF6SWk4K1BDOW5Qand2Wno0OFp5QmtZWFJoTFcxdGJDMXViMlJsUFNKdGJ5SWdkSEpoYm5ObWIzSnRQU0owY21GdWMyeGhkR1VvTXpZMk5TNHlMREFwSWo0OGRYTmxJR1JoZEdFdFl6MGlNamdpSUhoc2FXNXJPbWh5WldZOUlpTk5TbGd0TWkxVVJWZ3RUaTB5T0NJdlBqd3ZaejQ4WnlCa1lYUmhMVzF0YkMxdWIyUmxQU0p0YzNWaUlpQjBjbUZ1YzJadmNtMDlJblJ5WVc1emJHRjBaU2cwTURVMExqSXNNQ2tpUGp4bklHUmhkR0V0Ylcxc0xXNXZaR1U5SW0xcElqNDhkWE5sSUdSaGRHRXRZejBpTVVRME5qVWlJSGhzYVc1ck9taHlaV1k5SWlOTlNsZ3RNaTFVUlZndFNTMHhSRFEyTlNJdlBqd3ZaejQ4WnlCa1lYUmhMVzF0YkMxdWIyUmxQU0p0YVNJZ2RISmhibk5tYjNKdFBTSjBjbUZ1YzJ4aGRHVW9OakExTEMweE5UQXBJSE5qWVd4bEtEQXVOekEzS1NJK1BIVnpaU0JrWVhSaExXTTlJakZFTkRZeElpQjRiR2x1YXpwb2NtVm1QU0lqVFVwWUxUSXRWRVZZTFVrdE1VUTBOakVpTHo0OEwyYytQQzluUGp4bklHUmhkR0V0Ylcxc0xXNXZaR1U5SW0xdklpQjBjbUZ1YzJadmNtMDlJblJ5WVc1emJHRjBaU2cwT1RZMExqVXNNQ2tpUGp4MWMyVWdaR0YwWVMxalBTSXlReUlnZUd4cGJtczZhSEpsWmowaUkwMUtXQzB5TFZSRldDMU9MVEpESWk4K1BDOW5QanhuSUdSaGRHRXRiVzFzTFc1dlpHVTlJbTFwSWlCMGNtRnVjMlp2Y20wOUluUnlZVzV6YkdGMFpTZzFOREE1TGpJc01Da2lQangxYzJVZ1pHRjBZUzFqUFNJeFJEUTJNU0lnZUd4cGJtczZhSEpsWmowaUkwMUtXQzB5TFZSRldDMUpMVEZFTkRZeElpOCtQQzluUGp4bklHUmhkR0V0Ylcxc0xXNXZaR1U5SW0xdklpQjBjbUZ1YzJadmNtMDlJblJ5WVc1emJHRjBaU2cxTnpjd0xqSXNNQ2tpUGp4MWMyVWdaR0YwWVMxalBTSXlPU0lnZUd4cGJtczZhSEpsWmowaUkwMUtXQzB5TFZSRldDMU9MVEk1SWk4K1BDOW5QanhuSUdSaGRHRXRiVzFzTFc1dlpHVTlJbTF2SWlCMGNtRnVjMlp2Y20wOUluUnlZVzV6YkdGMFpTZzJNVFU1TGpJc01Da2lQangxYzJVZ1pHRjBZUzFqUFNJeVF5SWdlR3hwYm1zNmFISmxaajBpSTAxS1dDMHlMVlJGV0MxT0xUSkRJaTgrUEM5blBqeG5JR1JoZEdFdGJXMXNMVzV2WkdVOUltMXpkV0lpSUhSeVlXNXpabTl5YlQwaWRISmhibk5zWVhSbEtEWTJNRE11T0N3d0tTSStQR2NnWkdGMFlTMXRiV3d0Ym05a1pUMGliV2tpUGp4MWMyVWdaR0YwWVMxalBTSXpRVE1pSUhoc2FXNXJPbWh5WldZOUlpTk5TbGd0TWkxVVJWZ3RUaTB6UVRNaUx6NDhMMmMrUEdjZ1pHRjBZUzF0Yld3dGJtOWtaVDBpYldraUlIUnlZVzV6Wm05eWJUMGlkSEpoYm5Oc1lYUmxLRGMxTlN3dE1UVXdLU0J6WTJGc1pTZ3dMamN3TnlraVBqeDFjMlVnWkdGMFlTMWpQU0l4UkRjd015SWdlR3hwYm1zNmFISmxaajBpSTAxS1dDMHlMVlJGV0MxSkxURkVOekF6SWk4K1BDOW5Qand2Wno0OFp5QmtZWFJoTFcxdGJDMXViMlJsUFNKdGJ5SWdkSEpoYm5ObWIzSnRQU0owY21GdWMyeGhkR1VvTnpjME1DNDFMREFwSWo0OGRYTmxJR1JoZEdFdFl6MGlNamdpSUhoc2FXNXJPbWh5WldZOUlpTk5TbGd0TWkxVVJWZ3RUaTB5T0NJdlBqd3ZaejQ4WnlCa1lYUmhMVzF0YkMxdWIyUmxQU0p0YzNWaUlpQjBjbUZ1YzJadmNtMDlJblJ5WVc1emJHRjBaU2c0TVRJNUxqVXNNQ2tpUGp4bklHUmhkR0V0Ylcxc0xXNXZaR1U5SW0xcElqNDhkWE5sSUdSaGRHRXRZejBpTVVRME5qVWlJSGhzYVc1ck9taHlaV1k5SWlOTlNsZ3RNaTFVUlZndFNTMHhSRFEyTlNJdlBqd3ZaejQ4WnlCa1lYUmhMVzF0YkMxdWIyUmxQU0p0YVNJZ2RISmhibk5tYjNKdFBTSjBjbUZ1YzJ4aGRHVW9OakExTEMweE5UQXBJSE5qWVd4bEtEQXVOekEzS1NJK1BIVnpaU0JrWVhSaExXTTlJakZFTkRZeElpQjRiR2x1YXpwb2NtVm1QU0lqVFVwWUxUSXRWRVZZTFVrdE1VUTBOakVpTHo0OEwyYytQQzluUGp4bklHUmhkR0V0Ylcxc0xXNXZaR1U5SW0xdklpQjBjbUZ1YzJadmNtMDlJblJ5WVc1emJHRjBaU2c1TURNNUxqY3NNQ2tpUGp4MWMyVWdaR0YwWVMxalBTSXlReUlnZUd4cGJtczZhSEpsWmowaUkwMUtXQzB5TFZSRldDMU9MVEpESWk4K1BDOW5QanhuSUdSaGRHRXRiVzFzTFc1dlpHVTlJbTFwSWlCMGNtRnVjMlp2Y20wOUluUnlZVzV6YkdGMFpTZzVORGcwTGpRc01Da2lQangxYzJVZ1pHRjBZUzFqUFNJeFJEUTJNU0lnZUd4cGJtczZhSEpsWmowaUkwMUtXQzB5TFZSRldDMUpMVEZFTkRZeElpOCtQQzluUGp4bklHUmhkR0V0Ylcxc0xXNXZaR1U5SW0xdklpQjBjbUZ1YzJadmNtMDlJblJ5WVc1emJHRjBaU2c1T0RRMUxqUXNNQ2tpUGp4MWMyVWdaR0YwWVMxalBTSXlPU0lnZUd4cGJtczZhSEpsWmowaUkwMUtXQzB5TFZSRldDMU9MVEk1SWk4K1BDOW5QanhuSUdSaGRHRXRiVzFzTFc1dlpHVTlJbTF2SWlCMGNtRnVjMlp2Y20wOUluUnlZVzV6YkdGMFpTZ3hNREl6TkM0MExEQXBJajQ4ZFhObElHUmhkR0V0WXowaU1qa2lJSGhzYVc1ck9taHlaV1k5SWlOTlNsZ3RNaTFVUlZndFRpMHlPU0l2UGp3dlp6NDhMMmMrUEM5blBqd3ZaejQ4TDNOMlp6ND0iLAoJIlJlYWxWaWV3U2l6ZUpzb24iIDogIntcImhlaWdodFwiOjM2NixcIndpZHRoXCI6NjI2OH0iCn0K"/>
    </extobj>
    <extobj name="2384804F-3998-4D57-9195-F3826E402611-5">
      <extobjdata type="2384804F-3998-4D57-9195-F3826E402611" data="ewoJIkltZ1NldHRpbmdKc29uIiA6ICJ7XCJoZWlnaHRcIjo0MS45NjQyODU3MTQyODU3MSxcIndpZHRoXCI6NDAxLjc4NTcxNDI4NTcxNDJ9IiwKCSJMYXRleCIgOiAiXFxtYXRoY2Fse0x9X3tcXHRleHR7c2ltcGxlfX0gPSBcXG1hdGhiYntFfV97dCwgeF8wLCBcXHZhcmVwc2lsb259IFxcbGVmdFsgXFxsZWZ0XFx8IFxcdmFyZXBzaWxvbiAtIFxcdmFyZXBzaWxvbl9cXHRoZXRhXFxsZWZ0KCBcXHNxcnR7XFxiYXJ7XFxhbHBoYX1fdH1cXCwgeF8wICsgXFxzcXJ0ezEgLSBcXGJhcntcXGFscGhhfV90fVxcLCBcXHZhcmVwc2lsb24sIHQgXFxyaWdodCkgXFxyaWdodFxcfF4yIFxccmlnaHRdIiwKCSJMYXRleEltZ0Jhc2U2NCIgOiAiUEhOMlp5QjRiV3h1Y3owaWFIUjBjRG92TDNkM2R5NTNNeTV2Y21jdk1qQXdNQzl6ZG1jaUlIZHBaSFJvUFNJMU1TNDFNakZsZUNJZ2FHVnBaMmgwUFNJMUxqUXlPR1Y0SWlCeWIyeGxQU0pwYldjaUlHWnZZM1Z6WVdKc1pUMGlabUZzYzJVaUlIWnBaWGRDYjNnOUlqQWdMVEUwTkRrdU5TQXlNamMzTWk0eElESXpPVGtpSUhodGJHNXpPbmhzYVc1clBTSm9kSFJ3T2k4dmQzZDNMbmN6TG05eVp5OHhPVGs1TDNoc2FXNXJJaUJoY21saExXaHBaR1JsYmowaWRISjFaU0lnYzNSNWJHVTlJblpsY25ScFkyRnNMV0ZzYVdkdU9pQXRNaTR4TkRobGVEc2diV0Y0TFhkcFpIUm9PaUE1T0NVN0lqNDhaR1ZtY3o0OGNHRjBhQ0JwWkQwaVRVcFlMVEl0VkVWWUxVTXRORU1pSUdROUlrMDJNaUF0TWpKVU5EY2dMVEl5VkRNeUlDMHhNVkV6TWlBdE1TQTFOaUF5TkZRNE15QTFOVkV4TVRNZ09UWWdNVE00SURFM01sUXhPREFnTXpJd1ZESXpOQ0EwTnpOVU16SXpJRFl3T1ZFek5qUWdOalE1SURReE9TQTJOemRVTlRNeElEY3dOVkUxTlRrZ056QTFJRFUzT0NBMk9UWlVOakEwSURZM01WUTJNVFVnTmpRMVZEWXhPQ0EyTWpOV05qRXhVVFl4T0NBMU9ESWdOakUxSURVM01WUTFPVGdnTlRRNFVUVTRNU0ExTXpFZ05UVTRJRFV5TUZRMU1UZ2dOVEE1VVRVd015QTFNRGtnTlRBeklEVXlNRkUxTURNZ05USXpJRFV3TlNBMU16WlVOVEEzSURVMk1GRTFNRGNnTlRrd0lEUTVOQ0EyTVRCVU5EVXlJRFl6TUZFME1qTWdOak13SURReE1DQTJNVGRSTXpZM0lEVTNPQ0F6TXpNZ05Ea3lWREkzTVNBek1ERlVNak16SURFM01GRXlNVEVnTVRJeklESXdOQ0F4TVRKTU1UazRJREV3TTB3eU1qUWdNVEF5VVRJNE1TQXhNRElnTXpZNUlEYzVWRFV3T1NBMU1rZzFNak5STlRNMUlEWTBJRFUwTkNBNE4xUTFOemtnTVRJNFVUWXhOaUF4TlRJZ05qUXhJREUxTWxFMk5UWWdNVFV5SURZMU5pQXhOREpSTmpVMklERXdNU0ExT0RnZ05EQlVORE16SUMweU1sRXpPREVnTFRJeUlESTRPU0F4VkRFMU5pQXlPRXd4TkRFZ01qbE1NVE14SURJd1VURXhNU0F3SURnM0lDMHhNVm9pTHo0OGNHRjBhQ0JwWkQwaVRVcFlMVEl0VkVWWUxVNHROek1pSUdROUlrMHlPVFVnTXpFMlVUSTVOU0F6TlRZZ01qWTRJRE00TlZReE9UQWdOREUwVVRFMU5DQTBNVFFnTVRJNElEUXdNVkU1T0NBek9ESWdPVGdnTXpRNVVUazNJRE0wTkNBNU9DQXpNelpVTVRFMElETXhNbFF4TlRjZ01qZzNVVEUzTlNBeU9ESWdNakF4SURJM09GUXlORFVnTWpZNVZESTNOeUF5TlRaUk1qazBJREkwT0NBek1UQWdNak0yVkRNME1pQXhPVFZVTXpVNUlERXpNMUV6TlRrZ056RWdNekl4SURNeFZERTVPQ0F0TVRCSU1Ua3dVVEV6T0NBdE1UQWdPVFFnTWpaTU9EWWdNVGxNTnpjZ01UQlJOekVnTkNBMk5TQXRNVXcxTkNBdE1URklORFpJTkRKUk16a2dMVEV4SURNeklDMDFWamMwVmpFek1sRXpNeUF4TlRNZ016VWdNVFUzVkRRMUlERTJNa2cxTkZFMk5pQXhOaklnTnpBZ01UVTRWRGMxSURFME5sUTRNaUF4TVRsVU1UQXhJRGMzVVRFek5pQXlOaUF4T1RnZ01qWlJNamsxSURJMklESTVOU0F4TURSUk1qazFJREV6TXlBeU56Y2dNVFV4VVRJMU55QXhOelVnTVRrMElERTROMVF4TVRFZ01qRXdVVGMxSURJeU55QTFOQ0F5TlRaVU16TWdNekU0VVRNeklETTFOeUExTUNBek9EUlVPVE1nTkRJMFZERTBNeUEwTkRKVU1UZzNJRFEwTjBneE9UaFJNak00SURRME55QXlOamdnTkRNeVRESTRNeUEwTWpSTU1qa3lJRFF6TVZFek1ESWdORFF3SURNeE5DQTBORGhJTXpJeVNETXlObEV6TWprZ05EUTRJRE16TlNBME5ESldNekV3VERNeU9TQXpNRFJJTXpBeFVUSTVOU0F6TVRBZ01qazFJRE14TmxvaUx6NDhjR0YwYUNCcFpEMGlUVXBZTFRJdFZFVllMVTR0TmpraUlHUTlJazAyT1NBMk1EbFJOamtnTmpNM0lEZzNJRFkxTTFReE16RWdOalk1VVRFMU5DQTJOamNnTVRjeElEWTFNbFF4T0RnZ05qQTVVVEU0T0NBMU56a2dNVGN4SURVMk5GUXhNamtnTlRRNVVURXdOQ0ExTkRrZ09EY2dOVFkwVkRZNUlEWXdPVnBOTWpRM0lEQlJNak15SURNZ01UUXpJRE5STVRNeUlETWdNVEEySUROVU5UWWdNVXd6TkNBd1NESTJWalEyU0RReVVUY3dJRFEySURreElEUTVVVEV3TUNBMU15QXhNRElnTmpCVU1UQTBJREV3TWxZeU1EVldNamt6VVRFd05DQXpORFVnTVRBeUlETTFPVlE0T0NBek56aFJOelFnTXpnMUlEUXhJRE00TlVnek1GWTBNRGhSTXpBZ05ETXhJRE15SURRek1VdzBNaUEwTXpKUk5USWdORE16SURjd0lEUXpORlF4TURZZ05ETTJVVEV5TXlBME16Y2dNVFF5SURRek9GUXhOekVnTkRReFZERTRNaUEwTkRKSU1UZzFWall5VVRFNU1DQTFNaUF4T1RjZ05UQlVNak15SURRMlNESTFOVll3U0RJME4xb2lMejQ4Y0dGMGFDQnBaRDBpVFVwWUxUSXRWRVZZTFU0dE5rUWlJR1E5SWswME1TQTBOa2cxTlZFNU5DQTBOaUF4TURJZ05qQldOamhSTVRBeUlEYzNJREV3TWlBNU1WUXhNRElnTVRJeVZERXdNeUF4TmpGVU1UQXpJREl3TTFFeE1ETWdNak0wSURFd015QXlOamxVTVRBeUlETXlPRll6TlRGUk9Ua2dNemN3SURnNElETTNObFEwTXlBek9EVklNalZXTkRBNFVUSTFJRFF6TVNBeU55QTBNekZNTXpjZ05ETXlVVFEzSURRek15QTJOU0EwTXpSVU1UQXlJRFF6TmxFeE1Ua2dORE0zSURFek9DQTBNemhVTVRZM0lEUTBNVlF4TnpnZ05EUXlTREU0TVZZME1ESlJNVGd4SURNMk5DQXhPRElnTXpZMFZERTROeUF6TmpsVU1UazVJRE00TkZReU1UZ2dOREF5VkRJME55QTBNakZVTWpnMUlEUXpOMUV6TURVZ05EUXlJRE16TmlBME5ESlJNelV4SURRME1pQXpOalFnTkRRd1ZETTROeUEwTXpSVU5EQTJJRFF5TmxRME1qRWdOREUzVkRRek1pQTBNRFpVTkRReElETTVOVlEwTkRnZ016ZzBWRFExTWlBek56UlVORFUxSURNMk5rdzBOVGNnTXpZeFREUTJNQ0F6TmpWUk5EWXpJRE0yT1NBME5qWWdNemN6VkRRM05TQXpPRFJVTkRnNElETTVOMVExTURNZ05ERXdWRFV5TXlBME1qSlVOVFEySURRek1sUTFOeklnTkRNNVZEWXdNeUEwTkRKUk56STVJRFEwTWlBM05EQWdNekk1VVRjME1TQXpNaklnTnpReElERTVNRll4TURSUk56UXhJRFkySURjME15QTFPVlEzTlRRZ05EbFJOemMxSURRMklEZ3dNeUEwTmtnNE1UbFdNRWc0TVRGTU56ZzRJREZSTnpZMElESWdOek0zSURKVU5qazVJRE5STlRrMklETWdOVGczSURCSU5UYzVWalEyU0RVNU5WRTJOVFlnTkRZZ05qVTJJRFl5VVRZMU55QTJOQ0EyTlRjZ01qQXdVVFkxTmlBek16VWdOalUxSURNME0xRTJORGtnTXpjeElEWXpOU0F6T0RWVU5qRXhJRFF3TWxRMU9EVWdOREEwVVRVME1DQTBNRFFnTlRBMklETTNNRkUwTnprZ016UXpJRFEzTWlBek1UVlVORFkwSURJek1sWXhOamhXTVRBNFVUUTJOQ0EzT0NBME5qVWdOamhVTkRZNElEVTFWRFEzTnlBME9WRTBPVGdnTkRZZ05USTJJRFEyU0RVME1sWXdTRFV6TkV3MU1UQWdNVkUwT0RjZ01pQTBOakFnTWxRME1qSWdNMUV6TVRrZ015QXpNVEFnTUVnek1ESldORFpJTXpFNFVUTTNPU0EwTmlBek56a2dOakpSTXpnd0lEWTBJRE00TUNBeU1EQlJNemM1SURNek5TQXpOemdnTXpRelVUTTNNaUF6TnpFZ016VTRJRE00TlZRek16UWdOREF5VkRNd09DQTBNRFJSTWpZeklEUXdOQ0F5TWprZ016Y3dVVEl3TWlBek5ETWdNVGsxSURNeE5WUXhPRGNnTWpNeVZqRTJPRll4TURoUk1UZzNJRGM0SURFNE9DQTJPRlF4T1RFZ05UVlVNakF3SURRNVVUSXlNU0EwTmlBeU5Ea2dORFpJTWpZMVZqQklNalUzVERJek5DQXhVVEl4TUNBeUlERTRNeUF5VkRFME5TQXpVVFF5SURNZ016TWdNRWd5TlZZME5rZzBNVm9pTHo0OGNHRjBhQ0JwWkQwaVRVcFlMVEl0VkVWWUxVNHROekFpSUdROUlrMHpOaUF0TVRRNFNEVXdVVGc1SUMweE5EZ2dPVGNnTFRFek5GWXRNVEkyVVRrM0lDMHhNVGtnT1RjZ0xURXdOMVE1TnlBdE56ZFVPVGdnTFRNNFZEazRJRFpVT1RnZ05UVlVPVGdnTVRBMlVUazRJREUwTUNBNU9DQXhOemRVT1RnZ01qUXpWRGs0SURJNU5sUTVOeUF6TXpWVU9UY2dNelV4VVRrMElETTNNQ0E0TXlBek56WlVNemdnTXpnMVNESXdWalF3T0ZFeU1DQTBNekVnTWpJZ05ETXhURE15SURRek1sRTBNaUEwTXpNZ05qRWdORE0wVkRrNElEUXpObEV4TVRVZ05ETTNJREV6TlNBME16aFVNVFkxSURRME1WUXhOellnTkRReVNERTNPVlkwTVRaTU1UZ3dJRE01TUV3eE9EZ2dNemszVVRJME55QTBOREVnTXpJMklEUTBNVkUwTURjZ05EUXhJRFEyTkNBek56ZFVOVEl5SURJeE5sRTFNaklnTVRFMUlEUTFOeUExTWxRek1UQWdMVEV4VVRJME1pQXRNVEVnTVRrd0lETXpUREU0TWlBME1GWXRORFZXTFRFd01WRXhPRElnTFRFeU9DQXhPRFFnTFRFek5GUXhPVFVnTFRFME5WRXlNVFlnTFRFME9DQXlORFFnTFRFME9FZ3lOakJXTFRFNU5FZ3lOVEpNTWpJNElDMHhPVE5STWpBMUlDMHhPVElnTVRjNElDMHhPVEpVTVRRd0lDMHhPVEZSTXpjZ0xURTVNU0F5T0NBdE1UazBTREl3VmkweE5EaElNelphVFRReU5DQXlNVGhSTkRJMElESTVNaUF6T1RBZ016UTNWRE13TlNBME1ESlJNak0wSURRd01pQXhPRElnTXpNM1ZqazRVVEl5TWlBeU5pQXlPVFFnTWpaUk16UTFJREkySURNNE5DQTRNRlEwTWpRZ01qRTRXaUl2UGp4d1lYUm9JR2xrUFNKTlNsZ3RNaTFVUlZndFRpMDJReUlnWkQwaVRUUXlJRFEyU0RVMlVUazFJRFEySURFd015QTJNRlkyT0ZFeE1ETWdOemNnTVRBeklEa3hWREV3TXlBeE1qUlVNVEEwSURFMk4xUXhNRFFnTWpFM1ZERXdOQ0F5TnpKVU1UQTBJRE15T1ZFeE1EUWdNelkySURFd05DQTBNRGRVTVRBMElEUTRNbFF4TURRZ05UUXlWREV3TXlBMU9EWlVNVEF6SURZd00xRXhNREFnTmpJeUlEZzVJRFl5T0ZRME5DQTJNemRJTWpaV05qWXdVVEkySURZNE15QXlPQ0EyT0ROTU16Z2dOamcwVVRRNElEWTROU0EyTnlBMk9EWlVNVEEwSURZNE9GRXhNakVnTmpnNUlERTBNU0EyT1RCVU1UY3hJRFk1TTFReE9ESWdOamswU0RFNE5WWXpOemxSTVRnMUlEWXlJREU0TmlBMk1GRXhPVEFnTlRJZ01UazRJRFE1VVRJeE9TQTBOaUF5TkRjZ05EWklNall6VmpCSU1qVTFUREl6TWlBeFVUSXdPU0F5SURFNE15QXlWREUwTlNBelZERXdOeUF6VkRVM0lERk1NelFnTUVneU5sWTBOa2cwTWxvaUx6NDhjR0YwYUNCcFpEMGlUVXBZTFRJdFZFVllMVTR0TmpVaUlHUTlJazB5T0NBeU1UaFJNamdnTWpjeklEUTRJRE14T0ZRNU9DQXpPVEZVTVRZeklEUXpNMVF5TWprZ05EUTRVVEk0TWlBME5EZ2dNekl3SURRek1GUXpOemdnTXpnd1ZEUXdOaUF6TVRaVU5ERTFJREkwTlZFME1UVWdNak00SURRd09DQXlNekZJTVRJMlZqSXhObEV4TWpZZ05qZ2dNakkySURNMlVUSTBOaUF6TUNBeU56QWdNekJSTXpFeUlETXdJRE0wTWlBMk1sRXpOVGtnTnprZ016WTVJREV3TkV3ek56a2dNVEk0VVRNNE1pQXhNekVnTXprMUlERXpNVWd6T1RoUk5ERTFJREV6TVNBME1UVWdNVEl4VVRReE5TQXhNVGNnTkRFeUlERXdPRkV6T1RNZ05UTWdNelE1SURJeFZESTFNQ0F0TVRGUk1UVTFJQzB4TVNBNU1pQTFPRlF5T0NBeU1UaGFUVE16TXlBeU56VlJNekl5SURRd015QXlNemdnTkRFeFNESXpObEV5TWpnZ05ERXhJREl5TUNBME1UQlVNVGsxSURRd01sUXhOallnTXpneFZERTBNeUF6TkRCVU1USTNJREkzTkZZeU5qZElNek16VmpJM05Wb2lMejQ4Y0dGMGFDQnBaRDBpVFVwWUxUSXRWRVZZTFU0dE0wUWlJR1E5SWswMU5pQXpORGRSTlRZZ016WXdJRGN3SURNMk4wZzNNRGRSTnpJeUlETTFPU0EzTWpJZ016UTNVVGN5TWlBek16WWdOekE0SURNeU9Fd3pPVEFnTXpJM1NEY3lVVFUySURNek1pQTFOaUF6TkRkYVRUVTJJREUxTTFFMU5pQXhOamdnTnpJZ01UY3pTRGN3T0ZFM01qSWdNVFl6SURjeU1pQXhOVE5STnpJeUlERTBNQ0EzTURjZ01UTXpTRGN3VVRVMklERTBNQ0ExTmlBeE5UTmFJaTgrUEhCaGRHZ2dhV1E5SWsxS1dDMHlMVlJGV0MxRUxURkVOVE5ESWlCa1BTSk5NVElnTmpZMlVURXlJRFkzTlNBeU5DQTJPRE5JTlRneVVUVTVNQ0EyT0RBZ05Ua3pJRFkzTWxZMU9EaFJOVGt6SURVeE5DQTFPVEVnTlRBeVZEVTNOU0EwT1RCUk5UWTNJRFE1TUNBMU5qTWdORGsxVkRVMU5TQTFNVGRSTlRVeUlEVTFOaUExTVRjZ05Ua3dVVFE0TmlBMk1qTWdORFExSURZek5GUXpOREFnTmpRNFNESTRNbEV5TmpZZ05qTTJJREkyTkNBMk1qQlVNall3SURRNU1sWXpOekJJTWpjM1VUTXlPU0F6TnpVZ016VTRJRE01TVZRME1EUWdORE01VVRReU1DQTBPREFnTkRJd0lEVXdObEUwTWpBZ05USTVJRFF6TmlBMU1qbFJORFExSURVeU9TQTBOVEVnTlRJeFVUUTFOU0ExTVRjZ05EVTFJRE0yTVZFME5UVWdNek16SURRMU5TQXlPVGhVTkRVMklESTFNMUUwTlRZZ01qRTNJRFExTXlBeU1EZFVORE0zSURFNU4xRTBNakFnTVRrMklEUXlNQ0F5TVRkUk5ESXdJREkwTUNBME1EWWdNamN3VVRNM055QXpNamdnTWpnMElETXpOVWd5TmpCV01qQXhVVEkyTVNBeE56UWdNall4SURFek5GRXlOaklnTnpNZ01qWTBJRFl4VkRJM09DQXpPRkV5T0RFZ016WWdNamd5SURNMVNETXpNVkUwTURBZ016VWdORFE1SURVd1VUVTNNU0E1TXlBMk1ESWdNVGM1VVRZd05TQXlNRE1nTmpJeUlESXdNMUUyTWprZ01qQXpJRFl6TkNBeE9UZFVOalF3SURFNE0xRTJNemdnTVRneElEWXlOQ0E1TlZRMk1EUWdNMHcyTURBZ0xURklNalJSTVRJZ05TQXhNaUF4TmxFeE1pQXpOU0ExTVNBek5WRTVNaUF6T0NBNU55QTFNbEV4TURJZ05qQWdNVEF5SURNME1WUTVOeUEyTXpKUk9URWdOalExSURVeElEWTBPRkV4TWlBMk5EZ2dNVElnTmpZMldrMHhNemNnTXpReFVURXpOeUF4TXpFZ01UTTJJRGc1VkRFek1DQXpOMUV4TWprZ016WWdNVEk1SURNMVNESXpOVkV5TXpNZ05ERWdNak14SURRNFRESXlOaUEyTVZZMk1qTk1Nak14SURZek5Vd3lNelVnTmpRNFNERXlPVkV4TXpJZ05qUXhJREV6TXlBMk16aFVNVE0xSURZd00xUXhNemNnTlRFM1ZERXpOeUF6TkRGYVRUVTFOeUEyTUROV05qUTRTRFV3TkZFMU1EUWdOalEySURVeE5TQTJNemxSTlRJM0lEWXpOQ0ExTkRJZ05qRTVURFUxTnlBMk1ETmFUVFF5TUNBek1UZFdNemszVERRd05pQXpPRE5STXprMElETTNNQ0F6T0RBZ016WXpURE0yTmlBek5UVlJNemN6SURNMU1DQXpPRElnTXpRMlVUUXdNQ0F6TXpNZ05EQTVJRE15T0V3ME1qQWdNekUzV2swMU9ESWdOakZNTlRnMklEZzRVVFU0TlNBNE9DQTFPRElnT0ROUk5UVTNJRFl4SURVeU5pQTBOa3cxTVRFZ016ZE1OVFF5SURNMVNEVTNOMUUxTnpjZ016WWdOVGM0SURNNVZEVTRNQ0EwT1ZRMU9ESWdOakZhSWk4K1BIQmhkR2dnYVdROUlrMUtXQzB5TFZSRldDMUpMVEZFTkRZeElpQmtQU0pOTWpZZ016ZzFVVEU1SURNNU1pQXhPU0F6T1RWUk1Ua2dNems1SURJeUlEUXhNVlF5TnlBME1qVlJNamtnTkRNd0lETTJJRFF6TUZRNE55QTBNekZJTVRRd1RERTFPU0ExTVRGUk1UWXlJRFV5TWlBeE5qWWdOVFF3VkRFM015QTFOalpVTVRjNUlEVTRObFF4T0RjZ05qQXpWREU1TnlBMk1UVlVNakV4SURZeU5GUXlNamtnTmpJMlVUSTBOeUEyTWpVZ01qVTBJRFl4TlZReU5qRWdOVGsyVVRJMk1TQTFPRGtnTWpVeUlEVTBPVlF5TXpJZ05EY3dUREl5TWlBME16TlJNakl5SURRek1TQXlOeklnTkRNeFNETXlNMUV6TXpBZ05ESTBJRE16TUNBME1qQlJNek13SURNNU9DQXpNVGNnTXpnMVNESXhNRXd4TnpRZ01qUXdVVEV6TlNBNE1DQXhNelVnTmpoUk1UTTFJREkySURFMk1pQXlObEV4T1RjZ01qWWdNak13SURZd1ZESTRNeUF4TkRSUk1qZzFJREUxTUNBeU9EZ2dNVFV4VkRNd015QXhOVE5JTXpBM1VUTXlNaUF4TlRNZ016SXlJREUwTlZFek1qSWdNVFF5SURNeE9TQXhNek5STXpFMElERXhOeUF6TURFZ09UVlVNalkzSURRNFZESXhOaUEyVkRFMU5TQXRNVEZSTVRJMUlDMHhNU0E1T0NBMFZEVTVJRFUyVVRVM0lEWTBJRFUzSURnelZqRXdNVXc1TWlBeU5ERlJNVEkzSURNNE1pQXhNamdnTXpnelVURXlPQ0F6T0RVZ056Y2dNemcxU0RJMldpSXZQanh3WVhSb0lHbGtQU0pOU2xndE1pMVVSVmd0VGkweVF5SWdaRDBpVFRjNElETTFWRGM0SURZd1ZEazBJREV3TTFReE16Y2dNVEl4VVRFMk5TQXhNakVnTVRnM0lEazJWREl4TUNBNFVUSXhNQ0F0TWpjZ01qQXhJQzAyTUZReE9EQWdMVEV4TjFReE5UUWdMVEUxT0ZReE16QWdMVEU0TlZReE1UY2dMVEU1TkZFeE1UTWdMVEU1TkNBeE1EUWdMVEU0TlZRNU5TQXRNVGN5VVRrMUlDMHhOamdnTVRBMklDMHhOVFpVTVRNeElDMHhNalpVTVRVM0lDMDNObFF4TnpNZ0xUTldPVXd4TnpJZ09GRXhOekFnTnlBeE5qY2dObFF4TmpFZ00xUXhOVElnTVZReE5EQWdNRkV4TVRNZ01DQTVOaUF4TjFvaUx6NDhjR0YwYUNCcFpEMGlUVXBZTFRJdFZFVllMVWt0TVVRME5qVWlJR1E5SWswMU1pQXlPRGxSTlRrZ016TXhJREV3TmlBek9EWlVNakl5SURRME1sRXlOVGNnTkRReUlESTROaUEwTWpSVU16STVJRE0zT1ZFek56RWdORFF5SURRek1DQTBOREpSTkRZM0lEUTBNaUEwT1RRZ05ESXdWRFV5TWlBek5qRlJOVEl5SURNek1pQTFNRGdnTXpFMFZEUTRNU0F5T1RKVU5EVTRJREk0T0ZFME16a2dNamc0SURReU55QXlPVGxVTkRFMUlETXlPRkUwTVRVZ016YzBJRFEyTlNBek9URlJORFUwSURRd05DQTBNalVnTkRBMFVUUXhNaUEwTURRZ05EQTJJRFF3TWxFek5qZ2dNemcySURNMU1DQXpNelpSTWprd0lERXhOU0F5T1RBZ056aFJNamt3SURVd0lETXdOaUF6T0ZRek5ERWdNalpSTXpjNElESTJJRFF4TkNBMU9WUTBOak1nTVRRd1VUUTJOaUF4TlRBZ05EWTVJREUxTVZRME9EVWdNVFV6U0RRNE9WRTFNRFFnTVRVeklEVXdOQ0F4TkRWUk5UQTBJREUwTkNBMU1ESWdNVE0wVVRRNE5pQTNOeUEwTkRBZ016TlVNek16SUMweE1WRXlOak1nTFRFeElESXlOeUExTWxFeE9EWWdMVEV3SURFek15QXRNVEJJTVRJM1VUYzRJQzB4TUNBMU55QXhObFF6TlNBM01WRXpOU0F4TURNZ05UUWdNVEl6VkRrNUlERTBNMUV4TkRJZ01UUXpJREUwTWlBeE1ERlJNVFF5SURneElERXpNQ0EyTmxReE1EY2dORFpVT1RRZ05ERk1PVEVnTkRCUk9URWdNemtnT1RjZ016WlVNVEV6SURJNVZERXpNaUF5TmxFeE5qZ2dNallnTVRrMElEY3hVVEl3TXlBNE55QXlNVGNnTVRNNVZESTBOU0F5TkRkVU1qWXhJRE14TTFFeU5qWWdNelF3SURJMk5pQXpOVEpSTWpZMklETTRNQ0F5TlRFZ016a3lWREl4TnlBME1EUlJNVGMzSURRd05DQXhORElnTXpjeVZEa3pJREk1TUZFNU1TQXlPREVnT0RnZ01qZ3dWRGN5SURJM09FZzFPRkUxTWlBeU9EUWdOVElnTWpnNVdpSXZQanh3WVhSb0lHbGtQU0pOU2xndE1pMVVSVmd0VGkwek1DSWdaRDBpVFRrMklEVTROVkV4TlRJZ05qWTJJREkwT1NBMk5qWlJNamszSURZMk5pQXpORFVnTmpRd1ZEUXlNeUExTkRoUk5EWXdJRFEyTlNBME5qQWdNekl3VVRRMk1DQXhOalVnTkRFM0lEZ3pVVE01TnlBME1TQXpOaklnTVRaVU16QXhJQzB4TlZReU5UQWdMVEl5VVRJeU5DQXRNaklnTVRrNElDMHhObFF4TXpjZ01UWlVPRElnT0ROUk16a2dNVFkxSURNNUlETXlNRkV6T1NBME9UUWdPVFlnTlRnMVdrMHpNakVnTlRrM1VUSTVNU0EyTWprZ01qVXdJRFl5T1ZFeU1EZ2dOakk1SURFM09DQTFPVGRSTVRVeklEVTNNU0F4TkRVZ05USTFWREV6TnlBek16TlJNVE0zSURFM05TQXhORFVnTVRJMVZERTRNU0EwTmxFeU1Ea2dNVFlnTWpVd0lERTJVVEk1TUNBeE5pQXpNVGdnTkRaUk16UTNJRGMySURNMU5DQXhNekJVTXpZeUlETXpNMUV6TmpJZ05EYzRJRE0xTkNBMU1qUlVNekl4SURVNU4xb2lMejQ4Y0dGMGFDQnBaRDBpVFVwWUxUSXRWRVZZTFVrdE1VUTNNREFpSUdROUlrMHhPVEFnTFRJeVVURXlOQ0F0TWpJZ056WWdNVEZVTWpjZ01UQTNVVEkzSURFM05DQTVOeUF5TXpKTU1UQTNJREl6T1V3NU9TQXlORGhSTnpZZ01qY3pJRGMySURNd05GRTNOaUF6TmpRZ01UUTBJRFF3T0ZReU9UQWdORFV5U0RNd01sRXpOakFnTkRVeUlEUXdOU0EwTWpGUk5ESTRJRFF3TlNBME1qZ2dNemt5VVRReU9DQXpPREVnTkRFM0lETTJPVlF6T1RFZ016VTJVVE00TWlBek5UWWdNemN4SURNMk5WUXpNemdnTXpnelZESTRNeUF6T1RKUk1qRTNJRE01TWlBeE5qY2dNelk0VkRFeE5pQXpNRGhSTVRFMklESTRPU0F4TXpNZ01qY3lVVEUwTWlBeU5qTWdNVFExSURJMk1sUXhOVGNnTWpZMFVURTRPQ0F5TnpnZ01qTTRJREkzT0VneU5ETlJNekE0SURJM09DQXpNRGdnTWpRM1VUTXdPQ0F5TURZZ01qSXpJREl3TmxFeE56Y2dNakEySURFME1pQXlNVGxNTVRNeUlESXhNbEUyT0NBeE5qa2dOamdnTVRFeVVUWTRJRE01SURJd01TQXpPVkV5TlRNZ016a2dNamcySURRNVZETXlPQ0EzTWxRek5EVWdPVFJVTXpZeUlERXdOVkV6TnpZZ01UQXpJRE0zTmlBNE9GRXpOellnTnprZ016WTFJRFl5VkRNek5DQXlObFF5TnpVZ0xUaFVNVGt3SUMweU1sb2lMejQ4Y0dGMGFDQnBaRDBpVFVwWUxUSXRWRVZZTFZNekxUVkNJaUJrUFNKTk1qUTNJQzA1TkRsV01UUTFNRWcxTVRaV01UTTRPRWd6TURsV0xUZzROMGcxTVRaV0xUazBPVWd5TkRkYUlpOCtQSEJoZEdnZ2FXUTlJazFLV0MweUxWUkZXQzFUTkMweU1qSTFJaUJrUFNKTk1UTXpJRGN6TmxFeE16Z2dOelV3SURFMU15QTNOVEJSTVRZMElEYzFNQ0F4TnpBZ056TTVVVEUzTWlBM016VWdNVGN5SURJMU1GUXhOekFnTFRJek9WRXhOalFnTFRJMU1DQXhOVElnTFRJMU1GRXhORFFnTFRJMU1DQXhNemdnTFRJME5Fd3hNemNnTFRJME0xRXhNek1nTFRJME1TQXhNek1nTFRFM09WUXhNeklnTWpVd1VURXpNaUEzTXpFZ01UTXpJRGN6TmxwTk16STVJRGN6T1ZFek16UWdOelV3SURNME5pQTNOVEJSTXpVeklEYzFNQ0F6TmpFZ056UTBURE0yTWlBM05ETlJNelkySURjME1TQXpOallnTmpjNVZETTJOeUF5TlRCVU16WTNJQzB4TnpoVU16WXlJQzB5TkROTU16WXhJQzB5TkRSUk16VTFJQzB5TlRBZ016UTNJQzB5TlRCUk16TTFJQzB5TlRBZ016STVJQzB5TXpsUk16STNJQzB5TXpVZ016STNJREkxTUZRek1qa2dOek01V2lJdlBqeHdZWFJvSUdsa1BTSk5TbGd0TWkxVVJWZ3RUaTB5TWpFeUlpQmtQU0pOT0RRZ01qTTNWRGcwSURJMU1GUTVPQ0F5TnpCSU5qYzVVVFk1TkNBeU5qSWdOamswSURJMU1GUTJOemtnTWpNd1NEazRVVGcwSURJek55QTROQ0F5TlRCYUlpOCtQSEJoZEdnZ2FXUTlJazFLV0MweUxWUkZXQzFKTFRGRU56QXpJaUJrUFNKTk16VWdNakF3VVRNMUlETXdNaUEzTkNBME1UVlVNVGd3SURZeE1GUXpNVGtnTnpBMFVUTXlNQ0EzTURRZ016STNJRGN3TkZRek16a2dOekExVVRNNU15QTNNREVnTkRJeklEWTFObEUwTmpJZ05UazJJRFEyTWlBME9UVlJORFl5SURNNE1DQTBNVGNnTWpZeFZETXdNaUEyTmxReE5qZ2dMVEV3U0RFMk1WRXhNalVnTFRFd0lEazVJREV3VkRZd0lEWXpWRFF4SURFek1GUXpOU0F5TURCYVRUTTRNeUExTmpaUk16Z3pJRFkyT0NBek16QWdOalk0VVRJNU5DQTJOamdnTWpZd0lEWXlNMVF5TURRZ05USXhWREUzTUNBME1qRlVNVFUzSURNM01WRXlNRFlnTXpjd0lESTFOQ0F6TnpCTU16VXhJRE0zTVZFek5USWdNemN5SURNMU9TQTBNRFJVTXpjMUlEUTRORlF6T0RNZ05UWTJXazB4TVRNZ01UTXlVVEV4TXlBeU5pQXhOallnTWpaUk1UZ3hJREkySURFNU9DQXpObFF5TXprZ056UlVNamczSURFMk1WUXpNelVnTXpBM1RETTBNQ0F6TWpSSU1UUTFVVEUwTlNBek1qRWdNVE0ySURJNE5sUXhNakFnTWpBNFZERXhNeUF4TXpKYUlpOCtQSEJoZEdnZ2FXUTlJazFLV0MweUxWUkZXQzFNVHkweU9DSWdaRDBpVFRFNE1DQTVObFF4T0RBZ01qVXdWREl3TlNBMU5ERlVNalkySURjM01GUXpOVE1nT1RRMFZEUTBOQ0F4TURZNVZEVXlOeUF4TVRVd1NEVTFOVkUxTmpFZ01URTBOQ0ExTmpFZ01URTBNVkUxTmpFZ01URXpOeUExTkRVZ01URXlNRlExTURRZ01UQTNNbFEwTkRjZ09UazFWRE00TmlBNE56aFVNek13SURjeU1WUXlPRGdnTlRFelZESTNNaUF5TlRGUk1qY3lJREV6TXlBeU9EQWdOVFpSTWpreklDMDROeUF6TWpZZ0xUSXdPVlF6T1RrZ0xUUXdOVlEwTnpVZ0xUVXpNVlExTXpZZ0xUWXdPVlExTmpFZ0xUWTBNRkUxTmpFZ0xUWTBNeUExTlRVZ0xUWTBPVWcxTWpkUk5EZ3pJQzAyTVRJZ05EUXpJQzAxTmpoVU16VXpJQzAwTkROVU1qWTJJQzB5TnpCVU1qQTFJQzAwTVZvaUx6NDhjR0YwYUNCcFpEMGlUVXBZTFRJdFZFVllMVk5QTFRJeU1VRWlJR1E5SWsweU5qTWdNalE1VVRJMk5DQXlORGtnTXpFMUlERXpNRlEwTVRjZ0xURXdPRlEwTnpBZ0xUSXlPRXczTWpVZ016QXlVVGs0TVNBNE16Y2dPVGd5SURnek9WRTVPRGtnT0RVd0lERXdNREVnT0RVd1VURXdNRGdnT0RVd0lERXdNVE1nT0RRMFZERXdNakFnT0RNeVZqZ3lOa3czTkRFZ01qUXpVVFkwTlNBME15QTFOREFnTFRFM05sRTBOemtnTFRNd015QTBOamtnTFRNeU5GUTBOVE1nTFRNME9GRTBORGtnTFRNMU1DQTBNellnTFRNMU1FdzBNalFnTFRNME9Vd3pNVFVnTFRrMlVUSXdOaUF4TlRZZ01qQTFJREUxTmt3eE56RWdNVE13VVRFek9DQXhNRFFnTVRNM0lERXdORXd4TVRFZ01UTXdUREkyTXlBeU5EbGFJaTgrUEhCaGRHZ2dhV1E5SWsxS1dDMHlMVlJGV0MxSkxURkVOa1pESWlCa1BTSk5NelFnTVRVMlVUTTBJREkzTUNBeE1qQWdNelUyVkRNd09TQTBOREpSTXpjNUlEUTBNaUEwTWpFZ05EQXlWRFEzT0NBek1EUlJORGcwSURJM05TQTBPRFVnTWpNM1ZqSXdPRkUxTXpRZ01qZ3lJRFUyTUNBek56UlJOVFkwSURNNE9DQTFOallnTXprd1ZEVTRNaUF6T1ROUk5qQXpJRE01TXlBMk1ETWdNemcxVVRZd015QXpOellnTlRrMElETTBObFExTlRnZ01qWXhWRFE1TnlBeE5qRk1ORGcySURFME4wdzBPRGNnTVRJelVUUTRPU0EyTnlBME9UVWdORGRVTlRFMElESTJVVFV5T0NBeU9DQTFOREFnTXpkVU5UVTNJRFl3VVRVMU9TQTJOeUExTmpJZ05qaFVOVGMzSURjd1VUVTVOeUEzTUNBMU9UY2dOakpSTlRrM0lEVTJJRFU1TVNBME0xRTFOemtnTVRrZ05UVTJJRFZVTlRFeUlDMHhNRWcxTURWUk5ETTRJQzB4TUNBME1UUWdOakpNTkRFeElEWTVURFF3TUNBMk1WRXpPVEFnTlRNZ016Y3dJRFF4VkRNeU5TQXhPRlF5TmpjZ0xUSlVNakF6SUMweE1WRXhNalFnTFRFeElEYzVJRE01VkRNMElERTFObHBOTWpBNElESTJVVEkxTnlBeU5pQXpNRFlnTkRkVU16YzVJRGt3VERRd015QXhNVEpSTkRBeElESTFOU0F6T1RZZ01qa3dVVE00TWlBME1EVWdNekEwSURRd05WRXlNelVnTkRBMUlERTRNeUF6TXpKUk1UVTJJREk1TWlBeE16a2dNakkwVkRFeU1TQXhNakJSTVRJeElEY3hJREUwTmlBME9WUXlNRGdnTWpaYUlpOCtQSEJoZEdnZ2FXUTlJazFLV0MweUxWUkZXQzFPTFVGR0lpQmtQU0pOTmprZ05UUTBWalU1TUVnME16QldOVFEwU0RZNVdpSXZQanh3WVhSb0lHbGtQU0pOU2xndE1pMVVSVmd0VGkweVFpSWdaRDBpVFRVMklESXpOMVExTmlBeU5UQlVOekFnTWpjd1NETTJPVlkwTWpCTU16Y3dJRFUzTUZFek9EQWdOVGd6SURNNE9TQTFPRE5STkRBeUlEVTRNeUEwTURrZ05UWTRWakkzTUVnM01EZFJOekl5SURJMk1pQTNNaklnTWpVd1ZEY3dOeUF5TXpCSU5EQTVWaTAyT0ZFME1ERWdMVGd5SURNNU1TQXRPREpJTXpnNVNETTROMUV6TnpVZ0xUZ3lJRE0yT1NBdE5qaFdNak13U0Rjd1VUVTJJREl6TnlBMU5pQXlOVEJhSWk4K1BIQmhkR2dnYVdROUlrMUtXQzB5TFZSRldDMU9MVE14SWlCa1BTSk5NakV6SURVM09Fd3lNREFnTlRjelVURTROaUExTmpnZ01UWXdJRFUyTTFReE1ESWdOVFUyU0RnelZqWXdNa2d4TURKUk1UUTVJRFl3TkNBeE9Ea2dOakUzVkRJME5TQTJOREZVTWpjeklEWTJNMUV5TnpVZ05qWTJJREk0TlNBMk5qWlJNamswSURZMk5pQXpNRElnTmpZd1ZqTTJNVXd6TURNZ05qRlJNekV3SURVMElETXhOU0ExTWxRek16a2dORGhVTkRBeElEUTJTRFF5TjFZd1NEUXhObEV6T1RVZ015QXlOVGNnTTFFeE1qRWdNeUF4TURBZ01FZzRPRlkwTmtneE1UUlJNVE0ySURRMklERTFNaUEwTmxReE56Y2dORGRVTVRreklEVXdWREl3TVNBMU1sUXlNRGNnTlRkVU1qRXpJRFl4VmpVM09Gb2lMejQ4Y0dGMGFDQnBaRDBpVFVwWUxUSXRWRVZZTFV4UExUSTVJaUJrUFNKTk16VWdNVEV6T0ZFek5TQXhNVFV3SURVeElERXhOVEJJTlRaSU5qbFJNVEV6SURFeE1UTWdNVFV6SURFd05qbFVNalF6SURrME5GUXpNekFnTnpjeFZETTVNU0ExTkRGVU5ERTJJREkxTUZRek9URWdMVFF3VkRNek1DQXRNamN3VkRJME15QXRORFF6VkRFMU1pQXROVFk0VkRZNUlDMDJORGxJTlRaUk5ETWdMVFkwT1NBek9TQXROalEzVkRNMUlDMDJNemRSTmpVZ0xUWXdOeUF4TVRBZ0xUVTBPRkV5T0RNZ0xUTXhOaUF6TVRZZ05UWlJNekkwSURFek15QXpNalFnTWpVeFVUTXlOQ0F6TmpnZ016RTJJRFEwTlZFeU56Z2dPRGMzSURRNElERXhNak5STXpZZ01URXpOeUF6TlNBeE1UTTRXaUl2UGp4d1lYUm9JR2xrUFNKTlNsZ3RNaTFVUlZndFRpMHpNaUlnWkQwaVRURXdPU0EwTWpsUk9ESWdOREk1SURZMklEUTBOMVExTUNBME9URlJOVEFnTlRZeUlERXdNeUEyTVRSVU1qTTFJRFkyTmxFek1qWWdOalkySURNNE55QTJNVEJVTkRRNUlEUTJOVkUwTkRrZ05ESXlJRFF5T1NBek9ETlVNemd4SURNeE5WUXpNREVnTWpReFVUSTJOU0F5TVRBZ01qQXhJREUwT1V3eE5ESWdPVE5NTWpFNElEa3lVVE0zTlNBNU1pQXpPRFVnT1RkUk16a3lJRGs1SURRd09TQXhPRFpXTVRnNVNEUTBPVll4T0RaUk5EUTRJREU0TXlBME16WWdPVFZVTkRJeElETldNRWcxTUZZeE9WWXpNVkUxTUNBek9DQTFOaUEwTmxRNE5pQTRNVkV4TVRVZ01URXpJREV6TmlBeE16ZFJNVFExSURFME55QXhOekFnTVRjMFZESXdOQ0F5TVRGVU1qTXpJREkwTkZReU5qRWdNamM0VkRJNE5DQXpNRGhVTXpBMUlETTBNRlF6TWpBZ016WTVWRE16TXlBME1ERlVNelF3SURRek1WUXpORE1nTkRZMFVUTTBNeUExTWpjZ016QTVJRFUzTTFReU1USWdOakU1VVRFM09TQTJNVGtnTVRVMElEWXdNbFF4TVRrZ05UWTVWREV3T1NBMU5UQlJNVEE1SURVME9TQXhNVFFnTlRRNVVURXpNaUExTkRrZ01UVXhJRFV6TlZReE56QWdORGc1VVRFM01DQTBOalFnTVRVMElEUTBOMVF4TURrZ05ESTVXaUl2UGp4d1lYUm9JR2xrUFNKTlNsZ3RNaTFVUlZndFV6TXROVVFpSUdROUlrMHhNU0F4TXpnNFZqRTBOVEJJTWpnd1ZpMDVORGxJTVRGV0xUZzROMGd5TVRoV01UTTRPRWd4TVZvaUx6NDhMMlJsWm5NK1BHY2djM1J5YjJ0bFBTSmpkWEp5Wlc1MFEyOXNiM0lpSUdacGJHdzlJbU4xY25KbGJuUkRiMnh2Y2lJZ2MzUnliMnRsTFhkcFpIUm9QU0l3SWlCMGNtRnVjMlp2Y20wOUluTmpZV3hsS0RFc0xURXBJajQ4WnlCa1lYUmhMVzF0YkMxdWIyUmxQU0p0WVhSb0lqNDhaeUJrWVhSaExXMXRiQzF1YjJSbFBTSnRjM1ZpSWo0OFp5QmtZWFJoTFcxdGJDMXViMlJsUFNKVVpWaEJkRzl0SWlCa1lYUmhMVzFxZUMxMFpYaGpiR0Z6Y3owaVQxSkVJajQ4WnlCa1lYUmhMVzF0YkMxdWIyUmxQU0p0YVNJK1BIVnpaU0JrWVhSaExXTTlJalJESWlCNGJHbHVhenBvY21WbVBTSWpUVXBZTFRJdFZFVllMVU10TkVNaUx6NDhMMmMrUEM5blBqeG5JR1JoZEdFdGJXMXNMVzV2WkdVOUlsUmxXRUYwYjIwaUlIUnlZVzV6Wm05eWJUMGlkSEpoYm5Oc1lYUmxLRGN5TXl3dE1UVXdLU0J6WTJGc1pTZ3dMamN3TnlraUlHUmhkR0V0YldwNExYUmxlR05zWVhOelBTSlBVa1FpUGp4bklHUmhkR0V0Ylcxc0xXNXZaR1U5SW0xMFpYaDBJajQ4ZFhObElHUmhkR0V0WXowaU56TWlJSGhzYVc1ck9taHlaV1k5SWlOTlNsZ3RNaTFVUlZndFRpMDNNeUl2UGp4MWMyVWdaR0YwWVMxalBTSTJPU0lnZUd4cGJtczZhSEpsWmowaUkwMUtXQzB5TFZSRldDMU9MVFk1SWlCMGNtRnVjMlp2Y20wOUluUnlZVzV6YkdGMFpTZ3pPVFFzTUNraUx6NDhkWE5sSUdSaGRHRXRZejBpTmtRaUlIaHNhVzVyT21oeVpXWTlJaU5OU2xndE1pMVVSVmd0VGkwMlJDSWdkSEpoYm5ObWIzSnRQU0owY21GdWMyeGhkR1VvTmpjeUxEQXBJaTgrUEhWelpTQmtZWFJoTFdNOUlqY3dJaUI0YkdsdWF6cG9jbVZtUFNJalRVcFlMVEl0VkVWWUxVNHROekFpSUhSeVlXNXpabTl5YlQwaWRISmhibk5zWVhSbEtERTFNRFVzTUNraUx6NDhkWE5sSUdSaGRHRXRZejBpTmtNaUlIaHNhVzVyT21oeVpXWTlJaU5OU2xndE1pMVVSVmd0VGkwMlF5SWdkSEpoYm5ObWIzSnRQU0owY21GdWMyeGhkR1VvTWpBMk1Td3dLU0l2UGp4MWMyVWdaR0YwWVMxalBTSTJOU0lnZUd4cGJtczZhSEpsWmowaUkwMUtXQzB5TFZSRldDMU9MVFkxSWlCMGNtRnVjMlp2Y20wOUluUnlZVzV6YkdGMFpTZ3lNek01TERBcElpOCtQQzluUGp3dlp6NDhMMmMrUEdjZ1pHRjBZUzF0Yld3dGJtOWtaVDBpYlc4aUlIUnlZVzV6Wm05eWJUMGlkSEpoYm5Oc1lYUmxLRE13TVRndU55d3dLU0krUEhWelpTQmtZWFJoTFdNOUlqTkVJaUI0YkdsdWF6cG9jbVZtUFNJalRVcFlMVEl0VkVWWUxVNHRNMFFpTHo0OEwyYytQR2NnWkdGMFlTMXRiV3d0Ym05a1pUMGliWE4xWWlJZ2RISmhibk5tYjNKdFBTSjBjbUZ1YzJ4aGRHVW9OREEzTkM0MExEQXBJajQ4WnlCa1lYUmhMVzF0YkMxdWIyUmxQU0pVWlZoQmRHOXRJaUJrWVhSaExXMXFlQzEwWlhoamJHRnpjejBpVDFKRUlqNDhaeUJrWVhSaExXMXRiQzF1YjJSbFBTSnRhU0krUEhWelpTQmtZWFJoTFdNOUlqRkVOVE5ESWlCNGJHbHVhenBvY21WbVBTSWpUVXBZTFRJdFZFVllMVVF0TVVRMU0wTWlMejQ4TDJjK1BDOW5QanhuSUdSaGRHRXRiVzFzTFc1dlpHVTlJbFJsV0VGMGIyMGlJSFJ5WVc1elptOXliVDBpZEhKaGJuTnNZWFJsS0Rjd01Dd3RNVFV3S1NCelkyRnNaU2d3TGpjd055a2lJR1JoZEdFdGJXcDRMWFJsZUdOc1lYTnpQU0pQVWtRaVBqeG5JR1JoZEdFdGJXMXNMVzV2WkdVOUltMXBJajQ4ZFhObElHUmhkR0V0WXowaU1VUTBOakVpSUhoc2FXNXJPbWh5WldZOUlpTk5TbGd0TWkxVVJWZ3RTUzB4UkRRMk1TSXZQand2Wno0OFp5QmtZWFJoTFcxdGJDMXViMlJsUFNKdGJ5SWdkSEpoYm5ObWIzSnRQU0owY21GdWMyeGhkR1VvTXpZeExEQXBJajQ4ZFhObElHUmhkR0V0WXowaU1rTWlJSGhzYVc1ck9taHlaV1k5SWlOTlNsZ3RNaTFVUlZndFRpMHlReUl2UGp3dlp6NDhaeUJrWVhSaExXMXRiQzF1YjJSbFBTSnRjM1ZpSWlCMGNtRnVjMlp2Y20wOUluUnlZVzV6YkdGMFpTZzJNemtzTUNraVBqeG5JR1JoZEdFdGJXMXNMVzV2WkdVOUltMXBJajQ4ZFhObElHUmhkR0V0WXowaU1VUTBOalVpSUhoc2FXNXJPbWh5WldZOUlpTk5TbGd0TWkxVVJWZ3RTUzB4UkRRMk5TSXZQand2Wno0OFp5QmtZWFJoTFcxdGJDMXViMlJsUFNKdGJpSWdkSEpoYm5ObWIzSnRQU0owY21GdWMyeGhkR1VvTmpBMUxDMHhOVEFwSUhOallXeGxLREF1TnpBM0tTSStQSFZ6WlNCa1lYUmhMV005SWpNd0lpQjRiR2x1YXpwb2NtVm1QU0lqVFVwWUxUSXRWRVZZTFU0dE16QWlMejQ4TDJjK1BDOW5QanhuSUdSaGRHRXRiVzFzTFc1dlpHVTlJbTF2SWlCMGNtRnVjMlp2Y20wOUluUnlZVzV6YkdGMFpTZ3hOalEzTGpZc01Da2lQangxYzJVZ1pHRjBZUzFqUFNJeVF5SWdlR3hwYm1zNmFISmxaajBpSTAxS1dDMHlMVlJGV0MxT0xUSkRJaTgrUEM5blBqeG5JR1JoZEdFdGJXMXNMVzV2WkdVOUltMXBJaUIwY21GdWMyWnZjbTA5SW5SeVlXNXpiR0YwWlNneE9USTFMallzTUNraVBqeDFjMlVnWkdGMFlTMWpQU0l4UkRjd01DSWdlR3hwYm1zNmFISmxaajBpSTAxS1dDMHlMVlJGV0MxSkxURkVOekF3SWk4K1BDOW5Qand2Wno0OEwyYytQR2NnWkdGMFlTMXRiV3d0Ym05a1pUMGliWEp2ZHlJZ2RISmhibk5tYjNKdFBTSjBjbUZ1YzJ4aGRHVW9Oalk0TWk0eUxEQXBJajQ4WnlCa1lYUmhMVzF0YkMxdWIyUmxQU0p0YnlJZ2RISmhibk5tYjNKdFBTSjBjbUZ1YzJ4aGRHVW9NQ0F0TUM0MUtTSStQSFZ6WlNCa1lYUmhMV005SWpWQ0lpQjRiR2x1YXpwb2NtVm1QU0lqVFVwWUxUSXRWRVZZTFZNekxUVkNJaTgrUEM5blBqeG5JR1JoZEdFdGJXMXNMVzV2WkdVOUltMXpkWEFpSUhSeVlXNXpabTl5YlQwaWRISmhibk5zWVhSbEtEVXlPQ3d3S1NJK1BHY2daR0YwWVMxdGJXd3RibTlrWlQwaWJYSnZkeUkrUEdjZ1pHRjBZUzF0Yld3dGJtOWtaVDBpYlc4aVBqeHpkbWNnZDJsa2RHZzlJalV3TUNJZ2FHVnBaMmgwUFNJeE56azVJaUI1UFNJdE5qUTVMalVpSUhnOUlqSTRJaUIyYVdWM1FtOTRQU0l3SUMweU1qUXVPU0ExTURBZ01UYzVPU0krUEhWelpTQmtZWFJoTFdNOUlqSXlNalVpSUhoc2FXNXJPbWh5WldZOUlpTk5TbGd0TWkxVVJWZ3RVelF0TWpJeU5TSWdkSEpoYm5ObWIzSnRQU0p6WTJGc1pTZ3hMREl1TmprNUtTSXZQand2YzNablBqd3ZaejQ4WnlCa1lYUmhMVzF0YkMxdWIyUmxQU0p0YVNJZ2RISmhibk5tYjNKdFBTSjBjbUZ1YzJ4aGRHVW9OVFUyTERBcElqNDhkWE5sSUdSaGRHRXRZejBpTVVRM01EQWlJSGhzYVc1ck9taHlaV1k5SWlOTlNsZ3RNaTFVUlZndFNTMHhSRGN3TUNJdlBqd3ZaejQ4WnlCa1lYUmhMVzF0YkMxdWIyUmxQU0p0YnlJZ2RISmhibk5tYjNKdFBTSjBjbUZ1YzJ4aGRHVW9NVEkwTkM0eUxEQXBJajQ4ZFhObElHUmhkR0V0WXowaU1qSXhNaUlnZUd4cGJtczZhSEpsWmowaUkwMUtXQzB5TFZSRldDMU9MVEl5TVRJaUx6NDhMMmMrUEdjZ1pHRjBZUzF0Yld3dGJtOWtaVDBpYlhOMVlpSWdkSEpoYm5ObWIzSnRQU0owY21GdWMyeGhkR1VvTWpJME5DNDBMREFwSWo0OFp5QmtZWFJoTFcxdGJDMXViMlJsUFNKdGFTSStQSFZ6WlNCa1lYUmhMV005SWpGRU56QXdJaUI0YkdsdWF6cG9jbVZtUFNJalRVcFlMVEl0VkVWWUxVa3RNVVEzTURBaUx6NDhMMmMrUEdjZ1pHRjBZUzF0Yld3dGJtOWtaVDBpYldraUlIUnlZVzV6Wm05eWJUMGlkSEpoYm5Oc1lYUmxLRFE1T1N3dE1UVXdLU0J6WTJGc1pTZ3dMamN3TnlraVBqeDFjMlVnWkdGMFlTMWpQU0l4UkRjd015SWdlR3hwYm1zNmFISmxaajBpSTAxS1dDMHlMVlJGV0MxSkxURkVOekF6SWk4K1BDOW5Qand2Wno0OFp5QmtZWFJoTFcxdGJDMXViMlJsUFNKdGNtOTNJaUIwY21GdWMyWnZjbTA5SW5SeVlXNXpiR0YwWlNnek1qa3hMamNzTUNraVBqeG5JR1JoZEdFdGJXMXNMVzV2WkdVOUltMXZJaUIwY21GdWMyWnZjbTA5SW5SeVlXNXpiR0YwWlNnd0lDMHdMalVwSWo0OGRYTmxJR1JoZEdFdFl6MGlNamdpSUhoc2FXNXJPbWh5WldZOUlpTk5TbGd0TWkxVVJWZ3RURTh0TWpnaUx6NDhMMmMrUEdjZ1pHRjBZUzF0Yld3dGJtOWtaVDBpYlhOeGNuUWlJSFJ5WVc1elptOXliVDBpZEhKaGJuTnNZWFJsS0RVNU55d3dLU0krUEdjZ2RISmhibk5tYjNKdFBTSjBjbUZ1YzJ4aGRHVW9NVEF5TUN3d0tTSStQR2NnWkdGMFlTMXRiV3d0Ym05a1pUMGliWE4xWWlJK1BHY2daR0YwWVMxdGJXd3RibTlrWlQwaVZHVllRWFJ2YlNJZ1pHRjBZUzF0YW5ndGRHVjRZMnhoYzNNOUlrOVNSQ0krUEdjZ1pHRjBZUzF0Yld3dGJtOWtaVDBpYlc5MlpYSWlQanhuSUdSaGRHRXRiVzFzTFc1dlpHVTlJbTFwSWo0OGRYTmxJR1JoZEdFdFl6MGlNVVEyUmtNaUlIaHNhVzVyT21oeVpXWTlJaU5OU2xndE1pMVVSVmd0U1MweFJEWkdReUl2UGp3dlp6NDhaeUJrWVhSaExXMXRiQzF1YjJSbFBTSnRieUlnZEhKaGJuTm1iM0p0UFNKMGNtRnVjMnhoZEdVb016UTNMamdzTXlrZ2RISmhibk5zWVhSbEtDMHlOVEFnTUNraVBqeDFjMlVnWkdGMFlTMWpQU0pCUmlJZ2VHeHBibXM2YUhKbFpqMGlJMDFLV0MweUxWUkZXQzFPTFVGR0lpOCtQQzluUGp3dlp6NDhMMmMrUEdjZ1pHRjBZUzF0Yld3dGJtOWtaVDBpYldraUlIUnlZVzV6Wm05eWJUMGlkSEpoYm5Oc1lYUmxLRFkzTXl3dE1UVXdLU0J6WTJGc1pTZ3dMamN3TnlraVBqeDFjMlVnWkdGMFlTMWpQU0l4UkRRMk1TSWdlR3hwYm1zNmFISmxaajBpSTAxS1dDMHlMVlJGV0MxSkxURkVORFl4SWk4K1BDOW5Qand2Wno0OEwyYytQR2NnWkdGMFlTMXRiV3d0Ym05a1pUMGliVzhpSUhSeVlXNXpabTl5YlQwaWRISmhibk5zWVhSbEtEQXNNVE15TGprcElqNDhkWE5sSUdSaGRHRXRZejBpTWpJeFFTSWdlR3hwYm1zNmFISmxaajBpSTAxS1dDMHlMVlJGV0MxVFR5MHlNakZCSWk4K1BDOW5Qanh5WldOMElIZHBaSFJvUFNJNU56Z3VNeUlnYUdWcFoyaDBQU0kyTUNJZ2VEMGlNVEF5TUNJZ2VUMGlPVEl5TGpraUx6NDhMMmMrUEdjZ1pHRjBZUzF0Yld3dGJtOWtaVDBpYlhOMGVXeGxJaUIwY21GdWMyWnZjbTA5SW5SeVlXNXpiR0YwWlNneU5UazFMak1zTUNraVBqeG5JR1JoZEdFdGJXMXNMVzV2WkdVOUltMXpjR0ZqWlNJdlBqd3ZaejQ4WnlCa1lYUmhMVzF0YkMxdWIyUmxQU0p0YzNWaUlpQjBjbUZ1YzJadmNtMDlJblJ5WVc1emJHRjBaU2d5TnpZeUxqTXNNQ2tpUGp4bklHUmhkR0V0Ylcxc0xXNXZaR1U5SW0xcElqNDhkWE5sSUdSaGRHRXRZejBpTVVRME5qVWlJSGhzYVc1ck9taHlaV1k5SWlOTlNsZ3RNaTFVUlZndFNTMHhSRFEyTlNJdlBqd3ZaejQ4WnlCa1lYUmhMVzF0YkMxdWIyUmxQU0p0YmlJZ2RISmhibk5tYjNKdFBTSjBjbUZ1YzJ4aGRHVW9OakExTEMweE5UQXBJSE5qWVd4bEtEQXVOekEzS1NJK1BIVnpaU0JrWVhSaExXTTlJak13SWlCNGJHbHVhenBvY21WbVBTSWpUVXBZTFRJdFZFVllMVTR0TXpBaUx6NDhMMmMrUEM5blBqeG5JR1JoZEdFdGJXMXNMVzV2WkdVOUltMXZJaUIwY21GdWMyWnZjbTA5SW5SeVlXNXpiR0YwWlNnek9Ua3pMREFwSWo0OGRYTmxJR1JoZEdFdFl6MGlNa0lpSUhoc2FXNXJPbWh5WldZOUlpTk5TbGd0TWkxVVJWZ3RUaTB5UWlJdlBqd3ZaejQ4WnlCa1lYUmhMVzF0YkMxdWIyUmxQU0p0YzNGeWRDSWdkSEpoYm5ObWIzSnRQU0owY21GdWMyeGhkR1VvTkRrNU15NHpMREFwSWo0OFp5QjBjbUZ1YzJadmNtMDlJblJ5WVc1emJHRjBaU2d4TURJd0xEQXBJajQ4WnlCa1lYUmhMVzF0YkMxdWIyUmxQU0p0YmlJK1BIVnpaU0JrWVhSaExXTTlJak14SWlCNGJHbHVhenBvY21WbVBTSWpUVXBZTFRJdFZFVllMVTR0TXpFaUx6NDhMMmMrUEdjZ1pHRjBZUzF0Yld3dGJtOWtaVDBpYlc4aUlIUnlZVzV6Wm05eWJUMGlkSEpoYm5Oc1lYUmxLRGN5TWk0eUxEQXBJajQ4ZFhObElHUmhkR0V0WXowaU1qSXhNaUlnZUd4cGJtczZhSEpsWmowaUkwMUtXQzB5TFZSRldDMU9MVEl5TVRJaUx6NDhMMmMrUEdjZ1pHRjBZUzF0Yld3dGJtOWtaVDBpYlhOMVlpSWdkSEpoYm5ObWIzSnRQU0owY21GdWMyeGhkR1VvTVRjeU1pNDBMREFwSWo0OFp5QmtZWFJoTFcxdGJDMXViMlJsUFNKVVpWaEJkRzl0SWlCa1lYUmhMVzFxZUMxMFpYaGpiR0Z6Y3owaVQxSkVJajQ4WnlCa1lYUmhMVzF0YkMxdWIyUmxQU0p0YjNabGNpSStQR2NnWkdGMFlTMXRiV3d0Ym05a1pUMGliV2tpUGp4MWMyVWdaR0YwWVMxalBTSXhSRFpHUXlJZ2VHeHBibXM2YUhKbFpqMGlJMDFLV0MweUxWUkZXQzFKTFRGRU5rWkRJaTgrUEM5blBqeG5JR1JoZEdFdGJXMXNMVzV2WkdVOUltMXZJaUIwY21GdWMyWnZjbTA5SW5SeVlXNXpiR0YwWlNnek5EY3VPQ3d6S1NCMGNtRnVjMnhoZEdVb0xUSTFNQ0F3S1NJK1BIVnpaU0JrWVhSaExXTTlJa0ZHSWlCNGJHbHVhenBvY21WbVBTSWpUVXBZTFRJdFZFVllMVTR0UVVZaUx6NDhMMmMrUEM5blBqd3ZaejQ4WnlCa1lYUmhMVzF0YkMxdWIyUmxQU0p0YVNJZ2RISmhibk5tYjNKdFBTSjBjbUZ1YzJ4aGRHVW9OamN6TEMweE5UQXBJSE5qWVd4bEtEQXVOekEzS1NJK1BIVnpaU0JrWVhSaExXTTlJakZFTkRZeElpQjRiR2x1YXpwb2NtVm1QU0lqVFVwWUxUSXRWRVZZTFVrdE1VUTBOakVpTHo0OEwyYytQQzluUGp3dlp6NDhaeUJrWVhSaExXMXRiQzF1YjJSbFBTSnRieUlnZEhKaGJuTm1iM0p0UFNKMGNtRnVjMnhoZEdVb01Dd3hNekl1T1NraVBqeDFjMlVnWkdGMFlTMWpQU0l5TWpGQklpQjRiR2x1YXpwb2NtVm1QU0lqVFVwWUxUSXRWRVZZTFZOUExUSXlNVUVpTHo0OEwyYytQSEpsWTNRZ2QybGtkR2c5SWpJM01EQXVOeUlnYUdWcFoyaDBQU0kyTUNJZ2VEMGlNVEF5TUNJZ2VUMGlPVEl5TGpraUx6NDhMMmMrUEdjZ1pHRjBZUzF0Yld3dGJtOWtaVDBpYlhOMGVXeGxJaUIwY21GdWMyWnZjbTA5SW5SeVlXNXpiR0YwWlNnNE56RTBMREFwSWo0OFp5QmtZWFJoTFcxdGJDMXViMlJsUFNKdGMzQmhZMlVpTHo0OEwyYytQR2NnWkdGMFlTMXRiV3d0Ym05a1pUMGliV2tpSUhSeVlXNXpabTl5YlQwaWRISmhibk5zWVhSbEtEZzRPREVzTUNraVBqeDFjMlVnWkdGMFlTMWpQU0l4UkRjd01DSWdlR3hwYm1zNmFISmxaajBpSTAxS1dDMHlMVlJGV0MxSkxURkVOekF3SWk4K1BDOW5QanhuSUdSaGRHRXRiVzFzTFc1dlpHVTlJbTF2SWlCMGNtRnVjMlp2Y20wOUluUnlZVzV6YkdGMFpTZzVNelEzTERBcElqNDhkWE5sSUdSaGRHRXRZejBpTWtNaUlIaHNhVzVyT21oeVpXWTlJaU5OU2xndE1pMVVSVmd0VGkweVF5SXZQand2Wno0OFp5QmtZWFJoTFcxdGJDMXViMlJsUFNKdGFTSWdkSEpoYm5ObWIzSnRQU0owY21GdWMyeGhkR1VvT1RjNU1TNDJMREFwSWo0OGRYTmxJR1JoZEdFdFl6MGlNVVEwTmpFaUlIaHNhVzVyT21oeVpXWTlJaU5OU2xndE1pMVVSVmd0U1MweFJEUTJNU0l2UGp3dlp6NDhaeUJrWVhSaExXMXRiQzF1YjJSbFBTSnRieUlnZEhKaGJuTm1iM0p0UFNKMGNtRnVjMnhoZEdVb01UQXhOVEl1Tml3d0tTQjBjbUZ1YzJ4aGRHVW9NQ0F0TUM0MUtTSStQSFZ6WlNCa1lYUmhMV005SWpJNUlpQjRiR2x1YXpwb2NtVm1QU0lqVFVwWUxUSXRWRVZZTFV4UExUSTVJaTgrUEM5blBqd3ZaejQ4WnlCa1lYUmhMVzF0YkMxdWIyUmxQU0p0YnlJZ2RISmhibk5tYjNKdFBTSjBjbUZ1YzJ4aGRHVW9NVFF3TkRFdU5Dd3dLU0krUEhOMlp5QjNhV1IwYUQwaU5UQXdJaUJvWldsbmFIUTlJakUzT1RraUlIazlJaTAyTkRrdU5TSWdlRDBpTWpnaUlIWnBaWGRDYjNnOUlqQWdMVEl5TkM0NUlEVXdNQ0F4TnprNUlqNDhkWE5sSUdSaGRHRXRZejBpTWpJeU5TSWdlR3hwYm1zNmFISmxaajBpSTAxS1dDMHlMVlJGV0MxVE5DMHlNakkxSWlCMGNtRnVjMlp2Y20wOUluTmpZV3hsS0RFc01pNDJPVGtwSWk4K1BDOXpkbWMrUEM5blBqd3ZaejQ4WnlCa1lYUmhMVzF0YkMxdWIyUmxQU0p0YmlJZ2RISmhibk5tYjNKdFBTSjBjbUZ1YzJ4aGRHVW9NVFEyTXpBdU5DdzROell1TmlrZ2MyTmhiR1VvTUM0M01EY3BJajQ4ZFhObElHUmhkR0V0WXowaU16SWlJSGhzYVc1ck9taHlaV1k5SWlOTlNsZ3RNaTFVUlZndFRpMHpNaUl2UGp3dlp6NDhMMmMrUEdjZ1pHRjBZUzF0Yld3dGJtOWtaVDBpYlc4aUlIUnlZVzV6Wm05eWJUMGlkSEpoYm5Oc1lYUmxLREUxTlRZeExqa3NNQ2tnZEhKaGJuTnNZWFJsS0RBZ0xUQXVOU2tpUGp4MWMyVWdaR0YwWVMxalBTSTFSQ0lnZUd4cGJtczZhSEpsWmowaUkwMUtXQzB5TFZSRldDMVRNeTAxUkNJdlBqd3ZaejQ4TDJjK1BDOW5Qand2Wno0OEwzTjJaejQ9IiwKCSJSZWFsVmlld1NpemVKc29uIiA6ICJ7XCJoZWlnaHRcIjo4NDYsXCJ3aWR0aFwiOjgwMzZ9Igp9Cg=="/>
    </extobj>
  </extobjs>
</s:customData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D8C519613280949AA22B76DC3D9D7B2" ma:contentTypeVersion="17" ma:contentTypeDescription="Создание документа." ma:contentTypeScope="" ma:versionID="c1aee2efb7f4004aed17619c1a5733c5">
  <xsd:schema xmlns:xsd="http://www.w3.org/2001/XMLSchema" xmlns:xs="http://www.w3.org/2001/XMLSchema" xmlns:p="http://schemas.microsoft.com/office/2006/metadata/properties" xmlns:ns1="http://schemas.microsoft.com/sharepoint/v3" xmlns:ns2="9a63fdcb-41de-41b7-a29c-51f72461a67b" xmlns:ns3="02abcde4-0d41-4d92-9ad7-003839eabdeb" targetNamespace="http://schemas.microsoft.com/office/2006/metadata/properties" ma:root="true" ma:fieldsID="3d5820956cb7eaded5206240577e0de0" ns1:_="" ns2:_="" ns3:_="">
    <xsd:import namespace="http://schemas.microsoft.com/sharepoint/v3"/>
    <xsd:import namespace="9a63fdcb-41de-41b7-a29c-51f72461a67b"/>
    <xsd:import namespace="02abcde4-0d41-4d92-9ad7-003839eab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3fdcb-41de-41b7-a29c-51f72461a6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3dac30f7-4b6a-4d0c-a073-8dcd7cc3cb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bcde4-0d41-4d92-9ad7-003839eabde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50e6830-2c83-4f36-8696-426a14030bf5}" ma:internalName="TaxCatchAll" ma:showField="CatchAllData" ma:web="02abcde4-0d41-4d92-9ad7-003839eabd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2abcde4-0d41-4d92-9ad7-003839eabdeb" xsi:nil="true"/>
    <lcf76f155ced4ddcb4097134ff3c332f xmlns="9a63fdcb-41de-41b7-a29c-51f72461a67b">
      <Terms xmlns="http://schemas.microsoft.com/office/infopath/2007/PartnerControls"/>
    </lcf76f155ced4ddcb4097134ff3c332f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customXml/itemProps2.xml><?xml version="1.0" encoding="utf-8"?>
<ds:datastoreItem xmlns:ds="http://schemas.openxmlformats.org/officeDocument/2006/customXml" ds:itemID="{C33181B3-270C-4886-9AFE-E6BF6DFF301E}">
  <ds:schemaRefs/>
</ds:datastoreItem>
</file>

<file path=customXml/itemProps3.xml><?xml version="1.0" encoding="utf-8"?>
<ds:datastoreItem xmlns:ds="http://schemas.openxmlformats.org/officeDocument/2006/customXml" ds:itemID="{0D7F0394-DA30-41D1-BA79-55D90E960F06}">
  <ds:schemaRefs/>
</ds:datastoreItem>
</file>

<file path=customXml/itemProps4.xml><?xml version="1.0" encoding="utf-8"?>
<ds:datastoreItem xmlns:ds="http://schemas.openxmlformats.org/officeDocument/2006/customXml" ds:itemID="{BB233416-0D41-4853-A815-5627BA43D3C0}">
  <ds:schemaRefs/>
</ds:datastoreItem>
</file>

<file path=customXml/itemProps5.xml><?xml version="1.0" encoding="utf-8"?>
<ds:datastoreItem xmlns:ds="http://schemas.openxmlformats.org/officeDocument/2006/customXml" ds:itemID="{0AE8BD70-FE7F-4E2E-8A0C-B56C29E75331}">
  <ds:schemaRefs/>
</ds:datastoreItem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Широкоэкранный</PresentationFormat>
  <Paragraphs>37</Paragraphs>
  <Slides>14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baseType="lpstr" size="21">
      <vt:lpstr>Arial</vt:lpstr>
      <vt:lpstr>Open Sans Extrabold</vt:lpstr>
      <vt:lpstr>Open Sans</vt:lpstr>
      <vt:lpstr>Open Sans Light</vt:lpstr>
      <vt:lpstr>Calibri</vt:lpstr>
      <vt:lpstr>quote-cjk-patch</vt:lpstr>
      <vt:lpstr>Тема Office</vt:lpstr>
      <vt:lpstr>PowerPoint Presentation</vt:lpstr>
      <vt:lpstr>GAN → VAE → Diffusion: эволюция «творческих» нейросетей</vt:lpstr>
      <vt:lpstr>GAN → VAE → Diffusion: эволюция «творческих» нейросетей</vt:lpstr>
      <vt:lpstr>GAN → VAE → Diffusion: эволюция «творческих» нейросетей</vt:lpstr>
      <vt:lpstr>CLIP: связь текста и образа</vt:lpstr>
      <vt:lpstr>PowerPoint Presentation</vt:lpstr>
      <vt:lpstr>Генерация изображений</vt:lpstr>
      <vt:lpstr>Генерация музыки и видео</vt:lpstr>
      <vt:lpstr>Анализ арт-объектов</vt:lpstr>
      <vt:lpstr>PowerPoint Presentation</vt:lpstr>
      <vt:lpstr>Может ли ИИ создавать искусство?</vt:lpstr>
      <vt:lpstr>Правовая неопределенность</vt:lpstr>
      <vt:lpstr>Ценность творчества</vt:lpstr>
      <vt:lpstr>PowerPoint Presentation</vt:lpstr>
    </vt:vector>
  </TitlesOfParts>
  <LinksUpToDate>0</LinksUpToDate>
  <SharedDoc>0</SharedDoc>
  <HyperlinksChanged>0</HyperlinksChanged>
  <Application>Aspose.Slides for .NET</Application>
  <AppVersion>19.1200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Презентация PowerPoint</dc:title>
  <dc:creator>Надежда Лапшина</dc:creator>
  <cp:lastModifiedBy>Temurlik</cp:lastModifiedBy>
  <cp:revision>614</cp:revision>
  <dcterms:created xsi:type="dcterms:W3CDTF">2020-09-23T09:03:00Z</dcterms:created>
  <dcterms:modified xsi:type="dcterms:W3CDTF">2026-05-17T12:02:07Z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ontentTypeId">
    <vt:lpwstr>0x010100CD8C519613280949AA22B76DC3D9D7B2</vt:lpwstr>
  </property>
  <property fmtid="{D5CDD505-2E9C-101B-9397-08002B2CF9AE}" pid="3" name="ICV">
    <vt:lpwstr>19D6ECEE46ED4B10AF88D5A3215174F0_12</vt:lpwstr>
  </property>
  <property fmtid="{D5CDD505-2E9C-101B-9397-08002B2CF9AE}" pid="4" name="KSOProductBuildVer">
    <vt:lpwstr>1049-12.2.0.23202</vt:lpwstr>
  </property>
  <property fmtid="{D5CDD505-2E9C-101B-9397-08002B2CF9AE}" pid="5" name="MediaServiceImageTags">
    <vt:lpwstr/>
  </property>
</Properties>
</file>