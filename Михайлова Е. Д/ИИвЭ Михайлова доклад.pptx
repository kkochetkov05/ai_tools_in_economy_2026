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7" r:id="rId3"/>
    <p:sldId id="297" r:id="rId4"/>
    <p:sldId id="298" r:id="rId5"/>
    <p:sldId id="272" r:id="rId6"/>
    <p:sldId id="288" r:id="rId7"/>
    <p:sldId id="293" r:id="rId8"/>
    <p:sldId id="292" r:id="rId9"/>
    <p:sldId id="295" r:id="rId10"/>
    <p:sldId id="296" r:id="rId11"/>
    <p:sldId id="291" r:id="rId12"/>
    <p:sldId id="286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E7076"/>
    <a:srgbClr val="FFFFFF"/>
    <a:srgbClr val="A02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1" autoAdjust="0"/>
    <p:restoredTop sz="94793" autoAdjust="0"/>
  </p:normalViewPr>
  <p:slideViewPr>
    <p:cSldViewPr>
      <p:cViewPr varScale="1">
        <p:scale>
          <a:sx n="117" d="100"/>
          <a:sy n="117" d="100"/>
        </p:scale>
        <p:origin x="69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BCD842-17F4-4C10-849B-F3A739BB175B}" type="doc">
      <dgm:prSet loTypeId="urn:microsoft.com/office/officeart/2005/8/layout/hierarchy3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32B916AF-D304-45FA-868B-AAC33AAFC9BC}">
      <dgm:prSet/>
      <dgm:spPr/>
      <dgm:t>
        <a:bodyPr/>
        <a:lstStyle/>
        <a:p>
          <a:pPr rtl="0"/>
          <a:r>
            <a:rPr lang="ru-RU" dirty="0" smtClean="0"/>
            <a:t>Оркестратор (</a:t>
          </a:r>
          <a:r>
            <a:rPr lang="ru-RU" dirty="0" err="1" smtClean="0"/>
            <a:t>Supervisor</a:t>
          </a:r>
          <a:r>
            <a:rPr lang="ru-RU" dirty="0" smtClean="0"/>
            <a:t>) </a:t>
          </a:r>
          <a:endParaRPr lang="ru-RU" dirty="0"/>
        </a:p>
      </dgm:t>
    </dgm:pt>
    <dgm:pt modelId="{9DF621CF-4363-4C39-B981-C3FEFF387D26}" type="parTrans" cxnId="{18E4C1A2-C03A-41BA-AD4C-F362CE814CB2}">
      <dgm:prSet/>
      <dgm:spPr/>
      <dgm:t>
        <a:bodyPr/>
        <a:lstStyle/>
        <a:p>
          <a:endParaRPr lang="ru-RU"/>
        </a:p>
      </dgm:t>
    </dgm:pt>
    <dgm:pt modelId="{5C5C8139-D9B7-4568-A30D-EFF152FC6EDF}" type="sibTrans" cxnId="{18E4C1A2-C03A-41BA-AD4C-F362CE814CB2}">
      <dgm:prSet/>
      <dgm:spPr/>
      <dgm:t>
        <a:bodyPr/>
        <a:lstStyle/>
        <a:p>
          <a:endParaRPr lang="ru-RU"/>
        </a:p>
      </dgm:t>
    </dgm:pt>
    <dgm:pt modelId="{0D54CF30-D2FB-478C-B2EA-27C167BEF5AE}">
      <dgm:prSet/>
      <dgm:spPr/>
      <dgm:t>
        <a:bodyPr/>
        <a:lstStyle/>
        <a:p>
          <a:pPr rtl="0"/>
          <a:r>
            <a:rPr lang="ru-RU" dirty="0" smtClean="0"/>
            <a:t>Агент-исследователь </a:t>
          </a:r>
          <a:endParaRPr lang="ru-RU" dirty="0"/>
        </a:p>
      </dgm:t>
    </dgm:pt>
    <dgm:pt modelId="{A314CAA2-0601-496B-8360-DCC83F219247}" type="parTrans" cxnId="{8DA0FC43-CA13-4768-A938-D72B16BE8722}">
      <dgm:prSet/>
      <dgm:spPr/>
      <dgm:t>
        <a:bodyPr/>
        <a:lstStyle/>
        <a:p>
          <a:endParaRPr lang="ru-RU"/>
        </a:p>
      </dgm:t>
    </dgm:pt>
    <dgm:pt modelId="{19C48EE7-6392-4B7D-91B5-EA119484D6EB}" type="sibTrans" cxnId="{8DA0FC43-CA13-4768-A938-D72B16BE8722}">
      <dgm:prSet/>
      <dgm:spPr/>
      <dgm:t>
        <a:bodyPr/>
        <a:lstStyle/>
        <a:p>
          <a:endParaRPr lang="ru-RU"/>
        </a:p>
      </dgm:t>
    </dgm:pt>
    <dgm:pt modelId="{D0B4CC7E-9D7B-4FFF-9FFD-56F1357C5E1F}">
      <dgm:prSet/>
      <dgm:spPr/>
      <dgm:t>
        <a:bodyPr/>
        <a:lstStyle/>
        <a:p>
          <a:pPr rtl="0"/>
          <a:r>
            <a:rPr lang="ru-RU" dirty="0" smtClean="0"/>
            <a:t>Агент-кодер</a:t>
          </a:r>
          <a:endParaRPr lang="ru-RU" dirty="0"/>
        </a:p>
      </dgm:t>
    </dgm:pt>
    <dgm:pt modelId="{9DAA9276-A032-494A-8B87-2F71DA2A27BF}" type="parTrans" cxnId="{292D4577-31D4-436B-8D3E-3A0E3EF82502}">
      <dgm:prSet/>
      <dgm:spPr/>
      <dgm:t>
        <a:bodyPr/>
        <a:lstStyle/>
        <a:p>
          <a:endParaRPr lang="ru-RU"/>
        </a:p>
      </dgm:t>
    </dgm:pt>
    <dgm:pt modelId="{6C3445FA-D977-4619-8394-B80B385A7733}" type="sibTrans" cxnId="{292D4577-31D4-436B-8D3E-3A0E3EF82502}">
      <dgm:prSet/>
      <dgm:spPr/>
      <dgm:t>
        <a:bodyPr/>
        <a:lstStyle/>
        <a:p>
          <a:endParaRPr lang="ru-RU"/>
        </a:p>
      </dgm:t>
    </dgm:pt>
    <dgm:pt modelId="{D2A7FB8A-E941-45AB-BEE2-E2DBB2692D40}">
      <dgm:prSet/>
      <dgm:spPr/>
      <dgm:t>
        <a:bodyPr/>
        <a:lstStyle/>
        <a:p>
          <a:pPr rtl="0"/>
          <a:r>
            <a:rPr lang="ru-RU" dirty="0" smtClean="0"/>
            <a:t> ищет информацию.</a:t>
          </a:r>
          <a:endParaRPr lang="ru-RU" dirty="0"/>
        </a:p>
      </dgm:t>
    </dgm:pt>
    <dgm:pt modelId="{DC58CD38-0B89-445C-8AE0-9C7A7E508C6C}" type="sibTrans" cxnId="{33CBAC94-F770-43BA-8C42-FDF1E719E662}">
      <dgm:prSet/>
      <dgm:spPr/>
      <dgm:t>
        <a:bodyPr/>
        <a:lstStyle/>
        <a:p>
          <a:endParaRPr lang="ru-RU"/>
        </a:p>
      </dgm:t>
    </dgm:pt>
    <dgm:pt modelId="{D011DC89-1245-4838-9C26-A12720702FB7}" type="parTrans" cxnId="{33CBAC94-F770-43BA-8C42-FDF1E719E662}">
      <dgm:prSet/>
      <dgm:spPr/>
      <dgm:t>
        <a:bodyPr/>
        <a:lstStyle/>
        <a:p>
          <a:endParaRPr lang="ru-RU"/>
        </a:p>
      </dgm:t>
    </dgm:pt>
    <dgm:pt modelId="{66A0D0B9-4D63-408D-89BA-EBCE47021881}">
      <dgm:prSet/>
      <dgm:spPr/>
      <dgm:t>
        <a:bodyPr/>
        <a:lstStyle/>
        <a:p>
          <a:pPr rtl="0"/>
          <a:r>
            <a:rPr lang="ru-RU" dirty="0" smtClean="0"/>
            <a:t>Агент-рецензент (</a:t>
          </a:r>
          <a:r>
            <a:rPr lang="ru-RU" dirty="0" err="1" smtClean="0"/>
            <a:t>Critic</a:t>
          </a:r>
          <a:r>
            <a:rPr lang="ru-RU" dirty="0" smtClean="0"/>
            <a:t>) — </a:t>
          </a:r>
          <a:endParaRPr lang="ru-RU" dirty="0"/>
        </a:p>
      </dgm:t>
    </dgm:pt>
    <dgm:pt modelId="{667FAE2E-D808-4210-A508-D45B1BFCDE56}" type="parTrans" cxnId="{458AF657-43EC-4025-B6F5-64FCD9CD38DE}">
      <dgm:prSet/>
      <dgm:spPr/>
      <dgm:t>
        <a:bodyPr/>
        <a:lstStyle/>
        <a:p>
          <a:endParaRPr lang="ru-RU"/>
        </a:p>
      </dgm:t>
    </dgm:pt>
    <dgm:pt modelId="{95D15998-D8E4-4B05-B8AC-77063A2E5DDF}" type="sibTrans" cxnId="{458AF657-43EC-4025-B6F5-64FCD9CD38DE}">
      <dgm:prSet/>
      <dgm:spPr/>
      <dgm:t>
        <a:bodyPr/>
        <a:lstStyle/>
        <a:p>
          <a:endParaRPr lang="ru-RU"/>
        </a:p>
      </dgm:t>
    </dgm:pt>
    <dgm:pt modelId="{AB2C81C0-4781-42D3-8AEB-0C5ED3BC8A54}">
      <dgm:prSet/>
      <dgm:spPr/>
      <dgm:t>
        <a:bodyPr/>
        <a:lstStyle/>
        <a:p>
          <a:pPr rtl="0"/>
          <a:r>
            <a:rPr lang="ru-RU" smtClean="0"/>
            <a:t>пишет код.</a:t>
          </a:r>
          <a:endParaRPr lang="ru-RU"/>
        </a:p>
      </dgm:t>
    </dgm:pt>
    <dgm:pt modelId="{6880F10A-4197-46B8-A85F-E478F1C4124B}" type="parTrans" cxnId="{353C4EF3-0D87-4F56-A843-AEBE84D882F3}">
      <dgm:prSet/>
      <dgm:spPr/>
      <dgm:t>
        <a:bodyPr/>
        <a:lstStyle/>
        <a:p>
          <a:endParaRPr lang="ru-RU"/>
        </a:p>
      </dgm:t>
    </dgm:pt>
    <dgm:pt modelId="{D9BCD487-7661-47CD-9CB4-0A40B99FEB9D}" type="sibTrans" cxnId="{353C4EF3-0D87-4F56-A843-AEBE84D882F3}">
      <dgm:prSet/>
      <dgm:spPr/>
      <dgm:t>
        <a:bodyPr/>
        <a:lstStyle/>
        <a:p>
          <a:endParaRPr lang="ru-RU"/>
        </a:p>
      </dgm:t>
    </dgm:pt>
    <dgm:pt modelId="{9A47A842-B8A0-496C-92A2-4C7524F9E996}">
      <dgm:prSet/>
      <dgm:spPr/>
      <dgm:t>
        <a:bodyPr/>
        <a:lstStyle/>
        <a:p>
          <a:pPr rtl="0"/>
          <a:r>
            <a:rPr lang="ru-RU" dirty="0" smtClean="0"/>
            <a:t>Агент-исполнитель </a:t>
          </a:r>
          <a:br>
            <a:rPr lang="ru-RU" dirty="0" smtClean="0"/>
          </a:br>
          <a:endParaRPr lang="ru-RU" dirty="0"/>
        </a:p>
      </dgm:t>
    </dgm:pt>
    <dgm:pt modelId="{19BA11D0-E547-442A-A234-18BCCED0DCAE}" type="parTrans" cxnId="{F141001B-EB99-4C4E-842A-66DEFB43AE37}">
      <dgm:prSet/>
      <dgm:spPr/>
      <dgm:t>
        <a:bodyPr/>
        <a:lstStyle/>
        <a:p>
          <a:endParaRPr lang="ru-RU"/>
        </a:p>
      </dgm:t>
    </dgm:pt>
    <dgm:pt modelId="{4C8B75EC-D9A7-4FF6-964B-E4D7A420EF10}" type="sibTrans" cxnId="{F141001B-EB99-4C4E-842A-66DEFB43AE37}">
      <dgm:prSet/>
      <dgm:spPr/>
      <dgm:t>
        <a:bodyPr/>
        <a:lstStyle/>
        <a:p>
          <a:endParaRPr lang="ru-RU"/>
        </a:p>
      </dgm:t>
    </dgm:pt>
    <dgm:pt modelId="{858C7D3F-3E5B-4DEE-B214-0B623F9E5D31}">
      <dgm:prSet/>
      <dgm:spPr/>
      <dgm:t>
        <a:bodyPr/>
        <a:lstStyle/>
        <a:p>
          <a:pPr rtl="0"/>
          <a:r>
            <a:rPr lang="ru-RU" smtClean="0"/>
            <a:t>проверяет результат и ищет ошибки.</a:t>
          </a:r>
          <a:endParaRPr lang="ru-RU"/>
        </a:p>
      </dgm:t>
    </dgm:pt>
    <dgm:pt modelId="{C02414C1-549D-4301-88D8-92BDAA251A9B}" type="parTrans" cxnId="{A669A830-8DD3-46B6-BE0A-377DB3F7A0D3}">
      <dgm:prSet/>
      <dgm:spPr/>
      <dgm:t>
        <a:bodyPr/>
        <a:lstStyle/>
        <a:p>
          <a:endParaRPr lang="ru-RU"/>
        </a:p>
      </dgm:t>
    </dgm:pt>
    <dgm:pt modelId="{1EBBA23F-C03F-4E2E-8999-4546B0503D0F}" type="sibTrans" cxnId="{A669A830-8DD3-46B6-BE0A-377DB3F7A0D3}">
      <dgm:prSet/>
      <dgm:spPr/>
      <dgm:t>
        <a:bodyPr/>
        <a:lstStyle/>
        <a:p>
          <a:endParaRPr lang="ru-RU"/>
        </a:p>
      </dgm:t>
    </dgm:pt>
    <dgm:pt modelId="{66E2F559-8C21-4C13-9ED6-47A2263D8F7D}">
      <dgm:prSet/>
      <dgm:spPr/>
      <dgm:t>
        <a:bodyPr/>
        <a:lstStyle/>
        <a:p>
          <a:r>
            <a:rPr lang="ru-RU" smtClean="0"/>
            <a:t>работает с внешними API.</a:t>
          </a:r>
          <a:endParaRPr lang="ru-RU"/>
        </a:p>
      </dgm:t>
    </dgm:pt>
    <dgm:pt modelId="{69A473BD-15D6-4682-87EF-626A27D1879D}" type="parTrans" cxnId="{AA9069C2-D43F-4A5D-BACC-FDDBECD0A797}">
      <dgm:prSet/>
      <dgm:spPr/>
      <dgm:t>
        <a:bodyPr/>
        <a:lstStyle/>
        <a:p>
          <a:endParaRPr lang="ru-RU"/>
        </a:p>
      </dgm:t>
    </dgm:pt>
    <dgm:pt modelId="{5D9D4AD9-3159-4636-92DE-FF4C5112C44D}" type="sibTrans" cxnId="{AA9069C2-D43F-4A5D-BACC-FDDBECD0A797}">
      <dgm:prSet/>
      <dgm:spPr/>
      <dgm:t>
        <a:bodyPr/>
        <a:lstStyle/>
        <a:p>
          <a:endParaRPr lang="ru-RU"/>
        </a:p>
      </dgm:t>
    </dgm:pt>
    <dgm:pt modelId="{013FB30D-8E5E-4622-B82A-B25B0BFE373E}">
      <dgm:prSet/>
      <dgm:spPr/>
      <dgm:t>
        <a:bodyPr/>
        <a:lstStyle/>
        <a:p>
          <a:pPr rtl="0"/>
          <a:r>
            <a:rPr lang="ru-RU" smtClean="0"/>
            <a:t>разбивает задачу и распределяет.</a:t>
          </a:r>
          <a:endParaRPr lang="ru-RU"/>
        </a:p>
      </dgm:t>
    </dgm:pt>
    <dgm:pt modelId="{D305C234-DA25-46E4-A38D-3D82557F09DA}" type="sibTrans" cxnId="{5095BDBE-8843-48C3-9F40-70CB795B5EBE}">
      <dgm:prSet/>
      <dgm:spPr/>
      <dgm:t>
        <a:bodyPr/>
        <a:lstStyle/>
        <a:p>
          <a:endParaRPr lang="ru-RU"/>
        </a:p>
      </dgm:t>
    </dgm:pt>
    <dgm:pt modelId="{E34C0838-1B02-42FD-9666-AFE50F04FBB0}" type="parTrans" cxnId="{5095BDBE-8843-48C3-9F40-70CB795B5EBE}">
      <dgm:prSet/>
      <dgm:spPr/>
      <dgm:t>
        <a:bodyPr/>
        <a:lstStyle/>
        <a:p>
          <a:endParaRPr lang="ru-RU"/>
        </a:p>
      </dgm:t>
    </dgm:pt>
    <dgm:pt modelId="{4623681E-CEAD-4FC0-8C45-CE5550AA92DC}" type="pres">
      <dgm:prSet presAssocID="{F3BCD842-17F4-4C10-849B-F3A739BB175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5C8898B5-F001-4B9B-93E9-B2523D75AF05}" type="pres">
      <dgm:prSet presAssocID="{32B916AF-D304-45FA-868B-AAC33AAFC9BC}" presName="root" presStyleCnt="0"/>
      <dgm:spPr/>
    </dgm:pt>
    <dgm:pt modelId="{0C4573E4-C4CB-4644-A2E8-6175E3BA7CA6}" type="pres">
      <dgm:prSet presAssocID="{32B916AF-D304-45FA-868B-AAC33AAFC9BC}" presName="rootComposite" presStyleCnt="0"/>
      <dgm:spPr/>
    </dgm:pt>
    <dgm:pt modelId="{B500CE8F-335F-486C-9D25-650EC8744EE0}" type="pres">
      <dgm:prSet presAssocID="{32B916AF-D304-45FA-868B-AAC33AAFC9BC}" presName="rootText" presStyleLbl="node1" presStyleIdx="0" presStyleCnt="5"/>
      <dgm:spPr/>
      <dgm:t>
        <a:bodyPr/>
        <a:lstStyle/>
        <a:p>
          <a:endParaRPr lang="ru-RU"/>
        </a:p>
      </dgm:t>
    </dgm:pt>
    <dgm:pt modelId="{A91B159B-C7A8-44D1-A7DF-6D66DBF636A3}" type="pres">
      <dgm:prSet presAssocID="{32B916AF-D304-45FA-868B-AAC33AAFC9BC}" presName="rootConnector" presStyleLbl="node1" presStyleIdx="0" presStyleCnt="5"/>
      <dgm:spPr/>
      <dgm:t>
        <a:bodyPr/>
        <a:lstStyle/>
        <a:p>
          <a:endParaRPr lang="ru-RU"/>
        </a:p>
      </dgm:t>
    </dgm:pt>
    <dgm:pt modelId="{0CF5AD8D-C754-41CD-880D-0BD20B914F81}" type="pres">
      <dgm:prSet presAssocID="{32B916AF-D304-45FA-868B-AAC33AAFC9BC}" presName="childShape" presStyleCnt="0"/>
      <dgm:spPr/>
    </dgm:pt>
    <dgm:pt modelId="{6D23645F-C012-4425-BF91-7D1558B01D13}" type="pres">
      <dgm:prSet presAssocID="{E34C0838-1B02-42FD-9666-AFE50F04FBB0}" presName="Name13" presStyleLbl="parChTrans1D2" presStyleIdx="0" presStyleCnt="5"/>
      <dgm:spPr/>
      <dgm:t>
        <a:bodyPr/>
        <a:lstStyle/>
        <a:p>
          <a:endParaRPr lang="ru-RU"/>
        </a:p>
      </dgm:t>
    </dgm:pt>
    <dgm:pt modelId="{459FBAEF-DC3B-42E0-B132-0B1E8A9A4A30}" type="pres">
      <dgm:prSet presAssocID="{013FB30D-8E5E-4622-B82A-B25B0BFE373E}" presName="childText" presStyleLbl="b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D1A5E0-2B8A-4DFD-B577-B6E3D869DB29}" type="pres">
      <dgm:prSet presAssocID="{0D54CF30-D2FB-478C-B2EA-27C167BEF5AE}" presName="root" presStyleCnt="0"/>
      <dgm:spPr/>
    </dgm:pt>
    <dgm:pt modelId="{EF8BB14C-9A66-45E2-904C-844D38E3DC38}" type="pres">
      <dgm:prSet presAssocID="{0D54CF30-D2FB-478C-B2EA-27C167BEF5AE}" presName="rootComposite" presStyleCnt="0"/>
      <dgm:spPr/>
    </dgm:pt>
    <dgm:pt modelId="{6DF60AD2-949E-4647-A02A-35A852B5C5E4}" type="pres">
      <dgm:prSet presAssocID="{0D54CF30-D2FB-478C-B2EA-27C167BEF5AE}" presName="rootText" presStyleLbl="node1" presStyleIdx="1" presStyleCnt="5"/>
      <dgm:spPr/>
      <dgm:t>
        <a:bodyPr/>
        <a:lstStyle/>
        <a:p>
          <a:endParaRPr lang="ru-RU"/>
        </a:p>
      </dgm:t>
    </dgm:pt>
    <dgm:pt modelId="{31C534DD-39BA-441B-96A3-7B84A7178F36}" type="pres">
      <dgm:prSet presAssocID="{0D54CF30-D2FB-478C-B2EA-27C167BEF5AE}" presName="rootConnector" presStyleLbl="node1" presStyleIdx="1" presStyleCnt="5"/>
      <dgm:spPr/>
      <dgm:t>
        <a:bodyPr/>
        <a:lstStyle/>
        <a:p>
          <a:endParaRPr lang="ru-RU"/>
        </a:p>
      </dgm:t>
    </dgm:pt>
    <dgm:pt modelId="{87B5E0F5-F395-472F-B4CB-D4F9D8300FE3}" type="pres">
      <dgm:prSet presAssocID="{0D54CF30-D2FB-478C-B2EA-27C167BEF5AE}" presName="childShape" presStyleCnt="0"/>
      <dgm:spPr/>
    </dgm:pt>
    <dgm:pt modelId="{042746E3-1A81-4DD6-8DFB-D577EEE0F198}" type="pres">
      <dgm:prSet presAssocID="{D011DC89-1245-4838-9C26-A12720702FB7}" presName="Name13" presStyleLbl="parChTrans1D2" presStyleIdx="1" presStyleCnt="5"/>
      <dgm:spPr/>
      <dgm:t>
        <a:bodyPr/>
        <a:lstStyle/>
        <a:p>
          <a:endParaRPr lang="ru-RU"/>
        </a:p>
      </dgm:t>
    </dgm:pt>
    <dgm:pt modelId="{28F16E66-E03B-4EDF-A5A1-139EE32B9A48}" type="pres">
      <dgm:prSet presAssocID="{D2A7FB8A-E941-45AB-BEE2-E2DBB2692D40}" presName="childText" presStyleLbl="bg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7CBBEA-3DFB-4B99-B92B-BD97EC77799A}" type="pres">
      <dgm:prSet presAssocID="{D0B4CC7E-9D7B-4FFF-9FFD-56F1357C5E1F}" presName="root" presStyleCnt="0"/>
      <dgm:spPr/>
    </dgm:pt>
    <dgm:pt modelId="{B9551383-80E2-4587-8623-3859F01A0D3C}" type="pres">
      <dgm:prSet presAssocID="{D0B4CC7E-9D7B-4FFF-9FFD-56F1357C5E1F}" presName="rootComposite" presStyleCnt="0"/>
      <dgm:spPr/>
    </dgm:pt>
    <dgm:pt modelId="{E8FD9570-769F-4BD1-8B2A-83B6D69506F3}" type="pres">
      <dgm:prSet presAssocID="{D0B4CC7E-9D7B-4FFF-9FFD-56F1357C5E1F}" presName="rootText" presStyleLbl="node1" presStyleIdx="2" presStyleCnt="5"/>
      <dgm:spPr/>
      <dgm:t>
        <a:bodyPr/>
        <a:lstStyle/>
        <a:p>
          <a:endParaRPr lang="ru-RU"/>
        </a:p>
      </dgm:t>
    </dgm:pt>
    <dgm:pt modelId="{AC6CDC64-5E2D-4164-B458-848ABCCEB272}" type="pres">
      <dgm:prSet presAssocID="{D0B4CC7E-9D7B-4FFF-9FFD-56F1357C5E1F}" presName="rootConnector" presStyleLbl="node1" presStyleIdx="2" presStyleCnt="5"/>
      <dgm:spPr/>
      <dgm:t>
        <a:bodyPr/>
        <a:lstStyle/>
        <a:p>
          <a:endParaRPr lang="ru-RU"/>
        </a:p>
      </dgm:t>
    </dgm:pt>
    <dgm:pt modelId="{A4991EEE-6BDC-4AB0-81DD-42691DD2C1F5}" type="pres">
      <dgm:prSet presAssocID="{D0B4CC7E-9D7B-4FFF-9FFD-56F1357C5E1F}" presName="childShape" presStyleCnt="0"/>
      <dgm:spPr/>
    </dgm:pt>
    <dgm:pt modelId="{F87BC471-A452-4C70-B2F7-EE605D3E41AF}" type="pres">
      <dgm:prSet presAssocID="{6880F10A-4197-46B8-A85F-E478F1C4124B}" presName="Name13" presStyleLbl="parChTrans1D2" presStyleIdx="2" presStyleCnt="5"/>
      <dgm:spPr/>
      <dgm:t>
        <a:bodyPr/>
        <a:lstStyle/>
        <a:p>
          <a:endParaRPr lang="ru-RU"/>
        </a:p>
      </dgm:t>
    </dgm:pt>
    <dgm:pt modelId="{6F47827A-303A-4B14-846D-B03871D73063}" type="pres">
      <dgm:prSet presAssocID="{AB2C81C0-4781-42D3-8AEB-0C5ED3BC8A54}" presName="childText" presStyleLbl="bg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735092-08FC-45FB-A316-204E35D9DCDD}" type="pres">
      <dgm:prSet presAssocID="{66A0D0B9-4D63-408D-89BA-EBCE47021881}" presName="root" presStyleCnt="0"/>
      <dgm:spPr/>
    </dgm:pt>
    <dgm:pt modelId="{F34B4873-2AE8-45D6-AA8F-97A265512AA4}" type="pres">
      <dgm:prSet presAssocID="{66A0D0B9-4D63-408D-89BA-EBCE47021881}" presName="rootComposite" presStyleCnt="0"/>
      <dgm:spPr/>
    </dgm:pt>
    <dgm:pt modelId="{DB635E14-9E3C-46D6-8134-C0D227AE937D}" type="pres">
      <dgm:prSet presAssocID="{66A0D0B9-4D63-408D-89BA-EBCE47021881}" presName="rootText" presStyleLbl="node1" presStyleIdx="3" presStyleCnt="5"/>
      <dgm:spPr/>
      <dgm:t>
        <a:bodyPr/>
        <a:lstStyle/>
        <a:p>
          <a:endParaRPr lang="ru-RU"/>
        </a:p>
      </dgm:t>
    </dgm:pt>
    <dgm:pt modelId="{404A8B05-6779-4A4A-91F1-B1795F763A4F}" type="pres">
      <dgm:prSet presAssocID="{66A0D0B9-4D63-408D-89BA-EBCE47021881}" presName="rootConnector" presStyleLbl="node1" presStyleIdx="3" presStyleCnt="5"/>
      <dgm:spPr/>
      <dgm:t>
        <a:bodyPr/>
        <a:lstStyle/>
        <a:p>
          <a:endParaRPr lang="ru-RU"/>
        </a:p>
      </dgm:t>
    </dgm:pt>
    <dgm:pt modelId="{AE322EE1-7AB5-4E7A-8789-A36F2364DBB4}" type="pres">
      <dgm:prSet presAssocID="{66A0D0B9-4D63-408D-89BA-EBCE47021881}" presName="childShape" presStyleCnt="0"/>
      <dgm:spPr/>
    </dgm:pt>
    <dgm:pt modelId="{D677353F-3645-4E6B-B2EA-2128A1E21C22}" type="pres">
      <dgm:prSet presAssocID="{C02414C1-549D-4301-88D8-92BDAA251A9B}" presName="Name13" presStyleLbl="parChTrans1D2" presStyleIdx="3" presStyleCnt="5"/>
      <dgm:spPr/>
      <dgm:t>
        <a:bodyPr/>
        <a:lstStyle/>
        <a:p>
          <a:endParaRPr lang="ru-RU"/>
        </a:p>
      </dgm:t>
    </dgm:pt>
    <dgm:pt modelId="{215381B5-1DF8-4D13-9F7C-BC0E7E7B7CFD}" type="pres">
      <dgm:prSet presAssocID="{858C7D3F-3E5B-4DEE-B214-0B623F9E5D31}" presName="childText" presStyleLbl="b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DC7AC2-7F41-40B2-A899-220ACC887527}" type="pres">
      <dgm:prSet presAssocID="{9A47A842-B8A0-496C-92A2-4C7524F9E996}" presName="root" presStyleCnt="0"/>
      <dgm:spPr/>
    </dgm:pt>
    <dgm:pt modelId="{2BE8A0E7-EB98-4E21-A9B7-6ED447A9C65E}" type="pres">
      <dgm:prSet presAssocID="{9A47A842-B8A0-496C-92A2-4C7524F9E996}" presName="rootComposite" presStyleCnt="0"/>
      <dgm:spPr/>
    </dgm:pt>
    <dgm:pt modelId="{779B81E3-8D19-4224-BE3F-5274024F32F5}" type="pres">
      <dgm:prSet presAssocID="{9A47A842-B8A0-496C-92A2-4C7524F9E996}" presName="rootText" presStyleLbl="node1" presStyleIdx="4" presStyleCnt="5"/>
      <dgm:spPr/>
      <dgm:t>
        <a:bodyPr/>
        <a:lstStyle/>
        <a:p>
          <a:endParaRPr lang="ru-RU"/>
        </a:p>
      </dgm:t>
    </dgm:pt>
    <dgm:pt modelId="{C294B5F5-F5BF-43AB-95A0-C982BD77F508}" type="pres">
      <dgm:prSet presAssocID="{9A47A842-B8A0-496C-92A2-4C7524F9E996}" presName="rootConnector" presStyleLbl="node1" presStyleIdx="4" presStyleCnt="5"/>
      <dgm:spPr/>
      <dgm:t>
        <a:bodyPr/>
        <a:lstStyle/>
        <a:p>
          <a:endParaRPr lang="ru-RU"/>
        </a:p>
      </dgm:t>
    </dgm:pt>
    <dgm:pt modelId="{854FD8D2-BCA9-45CF-8C8F-9C2C1C586D27}" type="pres">
      <dgm:prSet presAssocID="{9A47A842-B8A0-496C-92A2-4C7524F9E996}" presName="childShape" presStyleCnt="0"/>
      <dgm:spPr/>
    </dgm:pt>
    <dgm:pt modelId="{EA1EE20E-1280-49F0-9650-BBC0C4BEA454}" type="pres">
      <dgm:prSet presAssocID="{69A473BD-15D6-4682-87EF-626A27D1879D}" presName="Name13" presStyleLbl="parChTrans1D2" presStyleIdx="4" presStyleCnt="5"/>
      <dgm:spPr/>
      <dgm:t>
        <a:bodyPr/>
        <a:lstStyle/>
        <a:p>
          <a:endParaRPr lang="ru-RU"/>
        </a:p>
      </dgm:t>
    </dgm:pt>
    <dgm:pt modelId="{1F7B0E4B-4E83-4135-91BE-23CC8D31FBC6}" type="pres">
      <dgm:prSet presAssocID="{66E2F559-8C21-4C13-9ED6-47A2263D8F7D}" presName="childText" presStyleLbl="b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138C36B-5AB3-48AA-9840-3565B88D4CE4}" type="presOf" srcId="{D011DC89-1245-4838-9C26-A12720702FB7}" destId="{042746E3-1A81-4DD6-8DFB-D577EEE0F198}" srcOrd="0" destOrd="0" presId="urn:microsoft.com/office/officeart/2005/8/layout/hierarchy3"/>
    <dgm:cxn modelId="{F141001B-EB99-4C4E-842A-66DEFB43AE37}" srcId="{F3BCD842-17F4-4C10-849B-F3A739BB175B}" destId="{9A47A842-B8A0-496C-92A2-4C7524F9E996}" srcOrd="4" destOrd="0" parTransId="{19BA11D0-E547-442A-A234-18BCCED0DCAE}" sibTransId="{4C8B75EC-D9A7-4FF6-964B-E4D7A420EF10}"/>
    <dgm:cxn modelId="{B38AAE2D-F85A-4468-9F08-43754D900EE7}" type="presOf" srcId="{C02414C1-549D-4301-88D8-92BDAA251A9B}" destId="{D677353F-3645-4E6B-B2EA-2128A1E21C22}" srcOrd="0" destOrd="0" presId="urn:microsoft.com/office/officeart/2005/8/layout/hierarchy3"/>
    <dgm:cxn modelId="{2A7D686D-678C-4B72-84BD-85098F8CD44B}" type="presOf" srcId="{0D54CF30-D2FB-478C-B2EA-27C167BEF5AE}" destId="{6DF60AD2-949E-4647-A02A-35A852B5C5E4}" srcOrd="0" destOrd="0" presId="urn:microsoft.com/office/officeart/2005/8/layout/hierarchy3"/>
    <dgm:cxn modelId="{6701716B-0784-4074-A945-42F182518FAE}" type="presOf" srcId="{9A47A842-B8A0-496C-92A2-4C7524F9E996}" destId="{779B81E3-8D19-4224-BE3F-5274024F32F5}" srcOrd="0" destOrd="0" presId="urn:microsoft.com/office/officeart/2005/8/layout/hierarchy3"/>
    <dgm:cxn modelId="{F02FB9DC-B11A-4CD5-96C9-7F3E9E01537A}" type="presOf" srcId="{66A0D0B9-4D63-408D-89BA-EBCE47021881}" destId="{DB635E14-9E3C-46D6-8134-C0D227AE937D}" srcOrd="0" destOrd="0" presId="urn:microsoft.com/office/officeart/2005/8/layout/hierarchy3"/>
    <dgm:cxn modelId="{B7CDF720-A445-43F6-8110-9E9466D936F6}" type="presOf" srcId="{F3BCD842-17F4-4C10-849B-F3A739BB175B}" destId="{4623681E-CEAD-4FC0-8C45-CE5550AA92DC}" srcOrd="0" destOrd="0" presId="urn:microsoft.com/office/officeart/2005/8/layout/hierarchy3"/>
    <dgm:cxn modelId="{E9D55E8B-B3CE-44D0-8F47-2EC832E4140A}" type="presOf" srcId="{013FB30D-8E5E-4622-B82A-B25B0BFE373E}" destId="{459FBAEF-DC3B-42E0-B132-0B1E8A9A4A30}" srcOrd="0" destOrd="0" presId="urn:microsoft.com/office/officeart/2005/8/layout/hierarchy3"/>
    <dgm:cxn modelId="{0A43A988-F3A1-4F8B-8201-9D8D554110CE}" type="presOf" srcId="{858C7D3F-3E5B-4DEE-B214-0B623F9E5D31}" destId="{215381B5-1DF8-4D13-9F7C-BC0E7E7B7CFD}" srcOrd="0" destOrd="0" presId="urn:microsoft.com/office/officeart/2005/8/layout/hierarchy3"/>
    <dgm:cxn modelId="{AA9069C2-D43F-4A5D-BACC-FDDBECD0A797}" srcId="{9A47A842-B8A0-496C-92A2-4C7524F9E996}" destId="{66E2F559-8C21-4C13-9ED6-47A2263D8F7D}" srcOrd="0" destOrd="0" parTransId="{69A473BD-15D6-4682-87EF-626A27D1879D}" sibTransId="{5D9D4AD9-3159-4636-92DE-FF4C5112C44D}"/>
    <dgm:cxn modelId="{78854232-B6BA-42DC-8DF0-701D3714CC47}" type="presOf" srcId="{D2A7FB8A-E941-45AB-BEE2-E2DBB2692D40}" destId="{28F16E66-E03B-4EDF-A5A1-139EE32B9A48}" srcOrd="0" destOrd="0" presId="urn:microsoft.com/office/officeart/2005/8/layout/hierarchy3"/>
    <dgm:cxn modelId="{9700F381-3405-4C25-B76C-07CE11015F0E}" type="presOf" srcId="{D0B4CC7E-9D7B-4FFF-9FFD-56F1357C5E1F}" destId="{E8FD9570-769F-4BD1-8B2A-83B6D69506F3}" srcOrd="0" destOrd="0" presId="urn:microsoft.com/office/officeart/2005/8/layout/hierarchy3"/>
    <dgm:cxn modelId="{C7CF2220-BACB-47FF-81CF-E5E00BC47A7E}" type="presOf" srcId="{69A473BD-15D6-4682-87EF-626A27D1879D}" destId="{EA1EE20E-1280-49F0-9650-BBC0C4BEA454}" srcOrd="0" destOrd="0" presId="urn:microsoft.com/office/officeart/2005/8/layout/hierarchy3"/>
    <dgm:cxn modelId="{21BF324D-392E-45A6-A4A0-23F2F63C0F48}" type="presOf" srcId="{6880F10A-4197-46B8-A85F-E478F1C4124B}" destId="{F87BC471-A452-4C70-B2F7-EE605D3E41AF}" srcOrd="0" destOrd="0" presId="urn:microsoft.com/office/officeart/2005/8/layout/hierarchy3"/>
    <dgm:cxn modelId="{18E4C1A2-C03A-41BA-AD4C-F362CE814CB2}" srcId="{F3BCD842-17F4-4C10-849B-F3A739BB175B}" destId="{32B916AF-D304-45FA-868B-AAC33AAFC9BC}" srcOrd="0" destOrd="0" parTransId="{9DF621CF-4363-4C39-B981-C3FEFF387D26}" sibTransId="{5C5C8139-D9B7-4568-A30D-EFF152FC6EDF}"/>
    <dgm:cxn modelId="{458AF657-43EC-4025-B6F5-64FCD9CD38DE}" srcId="{F3BCD842-17F4-4C10-849B-F3A739BB175B}" destId="{66A0D0B9-4D63-408D-89BA-EBCE47021881}" srcOrd="3" destOrd="0" parTransId="{667FAE2E-D808-4210-A508-D45B1BFCDE56}" sibTransId="{95D15998-D8E4-4B05-B8AC-77063A2E5DDF}"/>
    <dgm:cxn modelId="{982A28A2-FB25-4332-9537-402F3F87AA46}" type="presOf" srcId="{66E2F559-8C21-4C13-9ED6-47A2263D8F7D}" destId="{1F7B0E4B-4E83-4135-91BE-23CC8D31FBC6}" srcOrd="0" destOrd="0" presId="urn:microsoft.com/office/officeart/2005/8/layout/hierarchy3"/>
    <dgm:cxn modelId="{A669A830-8DD3-46B6-BE0A-377DB3F7A0D3}" srcId="{66A0D0B9-4D63-408D-89BA-EBCE47021881}" destId="{858C7D3F-3E5B-4DEE-B214-0B623F9E5D31}" srcOrd="0" destOrd="0" parTransId="{C02414C1-549D-4301-88D8-92BDAA251A9B}" sibTransId="{1EBBA23F-C03F-4E2E-8999-4546B0503D0F}"/>
    <dgm:cxn modelId="{A7B2CE7D-DAC2-48D3-B310-A52CAFD03BE8}" type="presOf" srcId="{9A47A842-B8A0-496C-92A2-4C7524F9E996}" destId="{C294B5F5-F5BF-43AB-95A0-C982BD77F508}" srcOrd="1" destOrd="0" presId="urn:microsoft.com/office/officeart/2005/8/layout/hierarchy3"/>
    <dgm:cxn modelId="{33CBAC94-F770-43BA-8C42-FDF1E719E662}" srcId="{0D54CF30-D2FB-478C-B2EA-27C167BEF5AE}" destId="{D2A7FB8A-E941-45AB-BEE2-E2DBB2692D40}" srcOrd="0" destOrd="0" parTransId="{D011DC89-1245-4838-9C26-A12720702FB7}" sibTransId="{DC58CD38-0B89-445C-8AE0-9C7A7E508C6C}"/>
    <dgm:cxn modelId="{353C4EF3-0D87-4F56-A843-AEBE84D882F3}" srcId="{D0B4CC7E-9D7B-4FFF-9FFD-56F1357C5E1F}" destId="{AB2C81C0-4781-42D3-8AEB-0C5ED3BC8A54}" srcOrd="0" destOrd="0" parTransId="{6880F10A-4197-46B8-A85F-E478F1C4124B}" sibTransId="{D9BCD487-7661-47CD-9CB4-0A40B99FEB9D}"/>
    <dgm:cxn modelId="{8DA0FC43-CA13-4768-A938-D72B16BE8722}" srcId="{F3BCD842-17F4-4C10-849B-F3A739BB175B}" destId="{0D54CF30-D2FB-478C-B2EA-27C167BEF5AE}" srcOrd="1" destOrd="0" parTransId="{A314CAA2-0601-496B-8360-DCC83F219247}" sibTransId="{19C48EE7-6392-4B7D-91B5-EA119484D6EB}"/>
    <dgm:cxn modelId="{F31E1857-9DEF-4D6E-AE11-55859222AD7C}" type="presOf" srcId="{32B916AF-D304-45FA-868B-AAC33AAFC9BC}" destId="{B500CE8F-335F-486C-9D25-650EC8744EE0}" srcOrd="0" destOrd="0" presId="urn:microsoft.com/office/officeart/2005/8/layout/hierarchy3"/>
    <dgm:cxn modelId="{515222AB-FD13-4C77-A068-6781DC075E4B}" type="presOf" srcId="{32B916AF-D304-45FA-868B-AAC33AAFC9BC}" destId="{A91B159B-C7A8-44D1-A7DF-6D66DBF636A3}" srcOrd="1" destOrd="0" presId="urn:microsoft.com/office/officeart/2005/8/layout/hierarchy3"/>
    <dgm:cxn modelId="{B6963954-8B27-4D03-8EE4-1B499CC81167}" type="presOf" srcId="{D0B4CC7E-9D7B-4FFF-9FFD-56F1357C5E1F}" destId="{AC6CDC64-5E2D-4164-B458-848ABCCEB272}" srcOrd="1" destOrd="0" presId="urn:microsoft.com/office/officeart/2005/8/layout/hierarchy3"/>
    <dgm:cxn modelId="{C7BF5191-B534-4D35-A9DB-6705752834BE}" type="presOf" srcId="{66A0D0B9-4D63-408D-89BA-EBCE47021881}" destId="{404A8B05-6779-4A4A-91F1-B1795F763A4F}" srcOrd="1" destOrd="0" presId="urn:microsoft.com/office/officeart/2005/8/layout/hierarchy3"/>
    <dgm:cxn modelId="{5095BDBE-8843-48C3-9F40-70CB795B5EBE}" srcId="{32B916AF-D304-45FA-868B-AAC33AAFC9BC}" destId="{013FB30D-8E5E-4622-B82A-B25B0BFE373E}" srcOrd="0" destOrd="0" parTransId="{E34C0838-1B02-42FD-9666-AFE50F04FBB0}" sibTransId="{D305C234-DA25-46E4-A38D-3D82557F09DA}"/>
    <dgm:cxn modelId="{1876F03E-A3D1-49C8-BC8B-6B80343A701D}" type="presOf" srcId="{0D54CF30-D2FB-478C-B2EA-27C167BEF5AE}" destId="{31C534DD-39BA-441B-96A3-7B84A7178F36}" srcOrd="1" destOrd="0" presId="urn:microsoft.com/office/officeart/2005/8/layout/hierarchy3"/>
    <dgm:cxn modelId="{292D4577-31D4-436B-8D3E-3A0E3EF82502}" srcId="{F3BCD842-17F4-4C10-849B-F3A739BB175B}" destId="{D0B4CC7E-9D7B-4FFF-9FFD-56F1357C5E1F}" srcOrd="2" destOrd="0" parTransId="{9DAA9276-A032-494A-8B87-2F71DA2A27BF}" sibTransId="{6C3445FA-D977-4619-8394-B80B385A7733}"/>
    <dgm:cxn modelId="{2A1E418C-4593-4F66-A5C2-5F470F20C257}" type="presOf" srcId="{AB2C81C0-4781-42D3-8AEB-0C5ED3BC8A54}" destId="{6F47827A-303A-4B14-846D-B03871D73063}" srcOrd="0" destOrd="0" presId="urn:microsoft.com/office/officeart/2005/8/layout/hierarchy3"/>
    <dgm:cxn modelId="{3315A8BC-3AAE-46B1-B87F-B548EE8EC641}" type="presOf" srcId="{E34C0838-1B02-42FD-9666-AFE50F04FBB0}" destId="{6D23645F-C012-4425-BF91-7D1558B01D13}" srcOrd="0" destOrd="0" presId="urn:microsoft.com/office/officeart/2005/8/layout/hierarchy3"/>
    <dgm:cxn modelId="{28C48DEA-103D-477D-AA1E-7424ECEF78A7}" type="presParOf" srcId="{4623681E-CEAD-4FC0-8C45-CE5550AA92DC}" destId="{5C8898B5-F001-4B9B-93E9-B2523D75AF05}" srcOrd="0" destOrd="0" presId="urn:microsoft.com/office/officeart/2005/8/layout/hierarchy3"/>
    <dgm:cxn modelId="{363B06F8-6D9B-43E0-8067-AB738C018D2A}" type="presParOf" srcId="{5C8898B5-F001-4B9B-93E9-B2523D75AF05}" destId="{0C4573E4-C4CB-4644-A2E8-6175E3BA7CA6}" srcOrd="0" destOrd="0" presId="urn:microsoft.com/office/officeart/2005/8/layout/hierarchy3"/>
    <dgm:cxn modelId="{B5C479D4-B885-422C-99E6-667BB7AEC02E}" type="presParOf" srcId="{0C4573E4-C4CB-4644-A2E8-6175E3BA7CA6}" destId="{B500CE8F-335F-486C-9D25-650EC8744EE0}" srcOrd="0" destOrd="0" presId="urn:microsoft.com/office/officeart/2005/8/layout/hierarchy3"/>
    <dgm:cxn modelId="{AD4F5A54-9C00-418F-8510-BB440CB23804}" type="presParOf" srcId="{0C4573E4-C4CB-4644-A2E8-6175E3BA7CA6}" destId="{A91B159B-C7A8-44D1-A7DF-6D66DBF636A3}" srcOrd="1" destOrd="0" presId="urn:microsoft.com/office/officeart/2005/8/layout/hierarchy3"/>
    <dgm:cxn modelId="{888AC2B4-25E7-4550-ABC8-D30CBD46B6C8}" type="presParOf" srcId="{5C8898B5-F001-4B9B-93E9-B2523D75AF05}" destId="{0CF5AD8D-C754-41CD-880D-0BD20B914F81}" srcOrd="1" destOrd="0" presId="urn:microsoft.com/office/officeart/2005/8/layout/hierarchy3"/>
    <dgm:cxn modelId="{EC7ED857-AE21-4920-AAD9-F347FC08602E}" type="presParOf" srcId="{0CF5AD8D-C754-41CD-880D-0BD20B914F81}" destId="{6D23645F-C012-4425-BF91-7D1558B01D13}" srcOrd="0" destOrd="0" presId="urn:microsoft.com/office/officeart/2005/8/layout/hierarchy3"/>
    <dgm:cxn modelId="{BE4CFCAE-04A7-4D55-91E2-F0342CE19EB8}" type="presParOf" srcId="{0CF5AD8D-C754-41CD-880D-0BD20B914F81}" destId="{459FBAEF-DC3B-42E0-B132-0B1E8A9A4A30}" srcOrd="1" destOrd="0" presId="urn:microsoft.com/office/officeart/2005/8/layout/hierarchy3"/>
    <dgm:cxn modelId="{8FAEC94D-BF89-45E3-8EB3-9B7449B1F321}" type="presParOf" srcId="{4623681E-CEAD-4FC0-8C45-CE5550AA92DC}" destId="{F1D1A5E0-2B8A-4DFD-B577-B6E3D869DB29}" srcOrd="1" destOrd="0" presId="urn:microsoft.com/office/officeart/2005/8/layout/hierarchy3"/>
    <dgm:cxn modelId="{369B5F9E-7BEC-4C24-A899-4E673BD5AB97}" type="presParOf" srcId="{F1D1A5E0-2B8A-4DFD-B577-B6E3D869DB29}" destId="{EF8BB14C-9A66-45E2-904C-844D38E3DC38}" srcOrd="0" destOrd="0" presId="urn:microsoft.com/office/officeart/2005/8/layout/hierarchy3"/>
    <dgm:cxn modelId="{A34301D3-20BC-461C-9FD5-18F0C09594E7}" type="presParOf" srcId="{EF8BB14C-9A66-45E2-904C-844D38E3DC38}" destId="{6DF60AD2-949E-4647-A02A-35A852B5C5E4}" srcOrd="0" destOrd="0" presId="urn:microsoft.com/office/officeart/2005/8/layout/hierarchy3"/>
    <dgm:cxn modelId="{8366BEB4-017C-41B4-9CD7-6D4E53385728}" type="presParOf" srcId="{EF8BB14C-9A66-45E2-904C-844D38E3DC38}" destId="{31C534DD-39BA-441B-96A3-7B84A7178F36}" srcOrd="1" destOrd="0" presId="urn:microsoft.com/office/officeart/2005/8/layout/hierarchy3"/>
    <dgm:cxn modelId="{3D080407-E1DB-4632-B0A0-D5586F62E6D7}" type="presParOf" srcId="{F1D1A5E0-2B8A-4DFD-B577-B6E3D869DB29}" destId="{87B5E0F5-F395-472F-B4CB-D4F9D8300FE3}" srcOrd="1" destOrd="0" presId="urn:microsoft.com/office/officeart/2005/8/layout/hierarchy3"/>
    <dgm:cxn modelId="{EDD99DE1-D30D-4880-9C77-3AF648F523F0}" type="presParOf" srcId="{87B5E0F5-F395-472F-B4CB-D4F9D8300FE3}" destId="{042746E3-1A81-4DD6-8DFB-D577EEE0F198}" srcOrd="0" destOrd="0" presId="urn:microsoft.com/office/officeart/2005/8/layout/hierarchy3"/>
    <dgm:cxn modelId="{CD427FAA-FCF5-41A0-9629-6EF5B02CE001}" type="presParOf" srcId="{87B5E0F5-F395-472F-B4CB-D4F9D8300FE3}" destId="{28F16E66-E03B-4EDF-A5A1-139EE32B9A48}" srcOrd="1" destOrd="0" presId="urn:microsoft.com/office/officeart/2005/8/layout/hierarchy3"/>
    <dgm:cxn modelId="{65D5D63A-77CC-4172-9600-AEBC462520D4}" type="presParOf" srcId="{4623681E-CEAD-4FC0-8C45-CE5550AA92DC}" destId="{A37CBBEA-3DFB-4B99-B92B-BD97EC77799A}" srcOrd="2" destOrd="0" presId="urn:microsoft.com/office/officeart/2005/8/layout/hierarchy3"/>
    <dgm:cxn modelId="{79A1EA50-2306-44BA-8C08-E47A82ABE2B0}" type="presParOf" srcId="{A37CBBEA-3DFB-4B99-B92B-BD97EC77799A}" destId="{B9551383-80E2-4587-8623-3859F01A0D3C}" srcOrd="0" destOrd="0" presId="urn:microsoft.com/office/officeart/2005/8/layout/hierarchy3"/>
    <dgm:cxn modelId="{2B755859-C1B6-4566-9FFB-4D813D817D03}" type="presParOf" srcId="{B9551383-80E2-4587-8623-3859F01A0D3C}" destId="{E8FD9570-769F-4BD1-8B2A-83B6D69506F3}" srcOrd="0" destOrd="0" presId="urn:microsoft.com/office/officeart/2005/8/layout/hierarchy3"/>
    <dgm:cxn modelId="{939BB396-DB40-4BAC-9E74-CCF61C652842}" type="presParOf" srcId="{B9551383-80E2-4587-8623-3859F01A0D3C}" destId="{AC6CDC64-5E2D-4164-B458-848ABCCEB272}" srcOrd="1" destOrd="0" presId="urn:microsoft.com/office/officeart/2005/8/layout/hierarchy3"/>
    <dgm:cxn modelId="{FD6F2780-70A6-4D96-A85F-540E3BC90ABF}" type="presParOf" srcId="{A37CBBEA-3DFB-4B99-B92B-BD97EC77799A}" destId="{A4991EEE-6BDC-4AB0-81DD-42691DD2C1F5}" srcOrd="1" destOrd="0" presId="urn:microsoft.com/office/officeart/2005/8/layout/hierarchy3"/>
    <dgm:cxn modelId="{8C7DCBB7-B2A8-40AD-BFCB-283CF93DBFA4}" type="presParOf" srcId="{A4991EEE-6BDC-4AB0-81DD-42691DD2C1F5}" destId="{F87BC471-A452-4C70-B2F7-EE605D3E41AF}" srcOrd="0" destOrd="0" presId="urn:microsoft.com/office/officeart/2005/8/layout/hierarchy3"/>
    <dgm:cxn modelId="{FFC598C9-D9B2-441E-A59A-473ABD440609}" type="presParOf" srcId="{A4991EEE-6BDC-4AB0-81DD-42691DD2C1F5}" destId="{6F47827A-303A-4B14-846D-B03871D73063}" srcOrd="1" destOrd="0" presId="urn:microsoft.com/office/officeart/2005/8/layout/hierarchy3"/>
    <dgm:cxn modelId="{ADDE54E8-B430-43B3-8B9E-9C6EE349D7B5}" type="presParOf" srcId="{4623681E-CEAD-4FC0-8C45-CE5550AA92DC}" destId="{68735092-08FC-45FB-A316-204E35D9DCDD}" srcOrd="3" destOrd="0" presId="urn:microsoft.com/office/officeart/2005/8/layout/hierarchy3"/>
    <dgm:cxn modelId="{C7126D93-0E51-4788-8FC5-76C2B3358061}" type="presParOf" srcId="{68735092-08FC-45FB-A316-204E35D9DCDD}" destId="{F34B4873-2AE8-45D6-AA8F-97A265512AA4}" srcOrd="0" destOrd="0" presId="urn:microsoft.com/office/officeart/2005/8/layout/hierarchy3"/>
    <dgm:cxn modelId="{94F1EAE7-3CE8-47CC-8AF3-9124EDAB3746}" type="presParOf" srcId="{F34B4873-2AE8-45D6-AA8F-97A265512AA4}" destId="{DB635E14-9E3C-46D6-8134-C0D227AE937D}" srcOrd="0" destOrd="0" presId="urn:microsoft.com/office/officeart/2005/8/layout/hierarchy3"/>
    <dgm:cxn modelId="{9D41E0AE-DBF0-472E-968A-756ABCB88C64}" type="presParOf" srcId="{F34B4873-2AE8-45D6-AA8F-97A265512AA4}" destId="{404A8B05-6779-4A4A-91F1-B1795F763A4F}" srcOrd="1" destOrd="0" presId="urn:microsoft.com/office/officeart/2005/8/layout/hierarchy3"/>
    <dgm:cxn modelId="{A497A4BC-4956-4667-8E74-7868E76B5CB3}" type="presParOf" srcId="{68735092-08FC-45FB-A316-204E35D9DCDD}" destId="{AE322EE1-7AB5-4E7A-8789-A36F2364DBB4}" srcOrd="1" destOrd="0" presId="urn:microsoft.com/office/officeart/2005/8/layout/hierarchy3"/>
    <dgm:cxn modelId="{F883E295-EEB3-476F-B8B7-85E9906207B6}" type="presParOf" srcId="{AE322EE1-7AB5-4E7A-8789-A36F2364DBB4}" destId="{D677353F-3645-4E6B-B2EA-2128A1E21C22}" srcOrd="0" destOrd="0" presId="urn:microsoft.com/office/officeart/2005/8/layout/hierarchy3"/>
    <dgm:cxn modelId="{1AE99050-5E89-46B6-810C-EB96AC0DC05C}" type="presParOf" srcId="{AE322EE1-7AB5-4E7A-8789-A36F2364DBB4}" destId="{215381B5-1DF8-4D13-9F7C-BC0E7E7B7CFD}" srcOrd="1" destOrd="0" presId="urn:microsoft.com/office/officeart/2005/8/layout/hierarchy3"/>
    <dgm:cxn modelId="{A90C17E6-E3E9-4FA3-A178-DAC5F6EEF0BE}" type="presParOf" srcId="{4623681E-CEAD-4FC0-8C45-CE5550AA92DC}" destId="{38DC7AC2-7F41-40B2-A899-220ACC887527}" srcOrd="4" destOrd="0" presId="urn:microsoft.com/office/officeart/2005/8/layout/hierarchy3"/>
    <dgm:cxn modelId="{5A4C2FE7-A825-4A14-95D9-2DDD6592CECC}" type="presParOf" srcId="{38DC7AC2-7F41-40B2-A899-220ACC887527}" destId="{2BE8A0E7-EB98-4E21-A9B7-6ED447A9C65E}" srcOrd="0" destOrd="0" presId="urn:microsoft.com/office/officeart/2005/8/layout/hierarchy3"/>
    <dgm:cxn modelId="{A3424B8D-8A69-48F6-9581-4FB085D6ACEC}" type="presParOf" srcId="{2BE8A0E7-EB98-4E21-A9B7-6ED447A9C65E}" destId="{779B81E3-8D19-4224-BE3F-5274024F32F5}" srcOrd="0" destOrd="0" presId="urn:microsoft.com/office/officeart/2005/8/layout/hierarchy3"/>
    <dgm:cxn modelId="{0876642A-EAE3-4DFE-9757-252D75F87F50}" type="presParOf" srcId="{2BE8A0E7-EB98-4E21-A9B7-6ED447A9C65E}" destId="{C294B5F5-F5BF-43AB-95A0-C982BD77F508}" srcOrd="1" destOrd="0" presId="urn:microsoft.com/office/officeart/2005/8/layout/hierarchy3"/>
    <dgm:cxn modelId="{C8FBC6D8-5E53-4128-9F99-D2657F7622C6}" type="presParOf" srcId="{38DC7AC2-7F41-40B2-A899-220ACC887527}" destId="{854FD8D2-BCA9-45CF-8C8F-9C2C1C586D27}" srcOrd="1" destOrd="0" presId="urn:microsoft.com/office/officeart/2005/8/layout/hierarchy3"/>
    <dgm:cxn modelId="{C1C7E0B7-F87C-4552-9508-4C82C22E2366}" type="presParOf" srcId="{854FD8D2-BCA9-45CF-8C8F-9C2C1C586D27}" destId="{EA1EE20E-1280-49F0-9650-BBC0C4BEA454}" srcOrd="0" destOrd="0" presId="urn:microsoft.com/office/officeart/2005/8/layout/hierarchy3"/>
    <dgm:cxn modelId="{F64E22A3-E9D9-43BB-9569-BECF12D24BB7}" type="presParOf" srcId="{854FD8D2-BCA9-45CF-8C8F-9C2C1C586D27}" destId="{1F7B0E4B-4E83-4135-91BE-23CC8D31FBC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9F9A7A-937D-48F3-A265-B546FF58B5DA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E8DE8D35-20B8-4AC7-B49C-8228A6434F4B}">
      <dgm:prSet custT="1"/>
      <dgm:spPr/>
      <dgm:t>
        <a:bodyPr/>
        <a:lstStyle/>
        <a:p>
          <a:pPr rtl="0"/>
          <a:r>
            <a:rPr lang="ru-RU" sz="1800" dirty="0" err="1" smtClean="0"/>
            <a:t>Chain-of-Agents</a:t>
          </a:r>
          <a:endParaRPr lang="ru-RU" sz="1800" dirty="0"/>
        </a:p>
      </dgm:t>
    </dgm:pt>
    <dgm:pt modelId="{2B6A6198-E8E8-497A-B146-7819E486CC44}" type="parTrans" cxnId="{F37760EF-E684-4EF1-9F70-72C403EB03D4}">
      <dgm:prSet/>
      <dgm:spPr/>
      <dgm:t>
        <a:bodyPr/>
        <a:lstStyle/>
        <a:p>
          <a:endParaRPr lang="ru-RU" sz="1600"/>
        </a:p>
      </dgm:t>
    </dgm:pt>
    <dgm:pt modelId="{FD0E5C7B-365F-466F-A0CF-40A079312C64}" type="sibTrans" cxnId="{F37760EF-E684-4EF1-9F70-72C403EB03D4}">
      <dgm:prSet/>
      <dgm:spPr/>
      <dgm:t>
        <a:bodyPr/>
        <a:lstStyle/>
        <a:p>
          <a:endParaRPr lang="ru-RU" sz="1600"/>
        </a:p>
      </dgm:t>
    </dgm:pt>
    <dgm:pt modelId="{F04A2C77-4F56-438E-A7CB-DF576D7CC114}">
      <dgm:prSet custT="1"/>
      <dgm:spPr/>
      <dgm:t>
        <a:bodyPr/>
        <a:lstStyle/>
        <a:p>
          <a:pPr rtl="0"/>
          <a:r>
            <a:rPr lang="ru-RU" sz="1800" dirty="0" smtClean="0"/>
            <a:t>Роуминг</a:t>
          </a:r>
          <a:endParaRPr lang="ru-RU" sz="1800" dirty="0"/>
        </a:p>
      </dgm:t>
    </dgm:pt>
    <dgm:pt modelId="{DC87CAA3-F103-4657-8A89-7B3832CED00B}" type="parTrans" cxnId="{2F226C67-6D89-4C6A-AF5C-94A1ADB688E5}">
      <dgm:prSet/>
      <dgm:spPr/>
      <dgm:t>
        <a:bodyPr/>
        <a:lstStyle/>
        <a:p>
          <a:endParaRPr lang="ru-RU" sz="1600"/>
        </a:p>
      </dgm:t>
    </dgm:pt>
    <dgm:pt modelId="{8DB224D9-2FA5-4385-9EEA-53D0D51473B7}" type="sibTrans" cxnId="{2F226C67-6D89-4C6A-AF5C-94A1ADB688E5}">
      <dgm:prSet/>
      <dgm:spPr/>
      <dgm:t>
        <a:bodyPr/>
        <a:lstStyle/>
        <a:p>
          <a:endParaRPr lang="ru-RU" sz="1600"/>
        </a:p>
      </dgm:t>
    </dgm:pt>
    <dgm:pt modelId="{D5C5A8B3-6895-4EC4-AE90-E8FD92A7029D}">
      <dgm:prSet custT="1"/>
      <dgm:spPr/>
      <dgm:t>
        <a:bodyPr/>
        <a:lstStyle/>
        <a:p>
          <a:pPr rtl="0"/>
          <a:r>
            <a:rPr lang="ru-RU" sz="1800" dirty="0" smtClean="0"/>
            <a:t>Круговая дискуссия</a:t>
          </a:r>
          <a:endParaRPr lang="ru-RU" sz="1800" dirty="0"/>
        </a:p>
      </dgm:t>
    </dgm:pt>
    <dgm:pt modelId="{490F1A50-0840-4742-BFF2-8592918EE772}" type="parTrans" cxnId="{03323D8C-5E36-4EAC-BCE4-171B972242F2}">
      <dgm:prSet/>
      <dgm:spPr/>
      <dgm:t>
        <a:bodyPr/>
        <a:lstStyle/>
        <a:p>
          <a:endParaRPr lang="ru-RU" sz="1600"/>
        </a:p>
      </dgm:t>
    </dgm:pt>
    <dgm:pt modelId="{C9CD5F96-27B0-44C1-9FD7-5B10499B6573}" type="sibTrans" cxnId="{03323D8C-5E36-4EAC-BCE4-171B972242F2}">
      <dgm:prSet/>
      <dgm:spPr/>
      <dgm:t>
        <a:bodyPr/>
        <a:lstStyle/>
        <a:p>
          <a:endParaRPr lang="ru-RU" sz="1600"/>
        </a:p>
      </dgm:t>
    </dgm:pt>
    <dgm:pt modelId="{B484FB3E-9042-4B6C-8D88-2D296B233A40}">
      <dgm:prSet custT="1"/>
      <dgm:spPr/>
      <dgm:t>
        <a:bodyPr/>
        <a:lstStyle/>
        <a:p>
          <a:pPr rtl="0"/>
          <a:r>
            <a:rPr lang="ru-RU" sz="1800" dirty="0" smtClean="0"/>
            <a:t>Делегирование с иерархией</a:t>
          </a:r>
          <a:endParaRPr lang="ru-RU" sz="1800" dirty="0"/>
        </a:p>
      </dgm:t>
    </dgm:pt>
    <dgm:pt modelId="{CFEA23AD-5636-4438-948F-82A46826EBC9}" type="parTrans" cxnId="{5ECF5EEA-826B-425E-927F-51D67432D609}">
      <dgm:prSet/>
      <dgm:spPr/>
      <dgm:t>
        <a:bodyPr/>
        <a:lstStyle/>
        <a:p>
          <a:endParaRPr lang="ru-RU" sz="1600"/>
        </a:p>
      </dgm:t>
    </dgm:pt>
    <dgm:pt modelId="{8D2AD59B-7D36-4F2F-AF50-4AF7165FD7E3}" type="sibTrans" cxnId="{5ECF5EEA-826B-425E-927F-51D67432D609}">
      <dgm:prSet/>
      <dgm:spPr/>
      <dgm:t>
        <a:bodyPr/>
        <a:lstStyle/>
        <a:p>
          <a:endParaRPr lang="ru-RU" sz="1600"/>
        </a:p>
      </dgm:t>
    </dgm:pt>
    <dgm:pt modelId="{1AA61A44-E1A2-403D-8E62-F1887E1D3E24}">
      <dgm:prSet custT="1"/>
      <dgm:spPr/>
      <dgm:t>
        <a:bodyPr/>
        <a:lstStyle/>
        <a:p>
          <a:pPr rtl="0"/>
          <a:r>
            <a:rPr lang="ru-RU" sz="1100" dirty="0" smtClean="0"/>
            <a:t> это </a:t>
          </a:r>
          <a:r>
            <a:rPr lang="ru-RU" sz="1100" dirty="0" err="1" smtClean="0"/>
            <a:t>фреймворк</a:t>
          </a:r>
          <a:r>
            <a:rPr lang="ru-RU" sz="1100" dirty="0" smtClean="0"/>
            <a:t>, использующий несколько рабочих агентов, последовательно взаимодействующих друг с другом, каждый обрабатывает свой сегмент, после чего менеджер синтезирует результаты. В простейшем случае это выглядит как конвейер: Кодер → Рецензент → </a:t>
          </a:r>
          <a:r>
            <a:rPr lang="ru-RU" sz="1100" dirty="0" err="1" smtClean="0"/>
            <a:t>Тестировщик</a:t>
          </a:r>
          <a:r>
            <a:rPr lang="ru-RU" sz="1100" dirty="0" smtClean="0"/>
            <a:t>.</a:t>
          </a:r>
          <a:endParaRPr lang="ru-RU" sz="1100" dirty="0"/>
        </a:p>
      </dgm:t>
    </dgm:pt>
    <dgm:pt modelId="{9C373B03-6BF0-4084-B100-827D5B7BB900}" type="parTrans" cxnId="{9FAC25E3-39AE-4067-A6E6-7FBEC173D938}">
      <dgm:prSet/>
      <dgm:spPr/>
      <dgm:t>
        <a:bodyPr/>
        <a:lstStyle/>
        <a:p>
          <a:endParaRPr lang="ru-RU" sz="1600"/>
        </a:p>
      </dgm:t>
    </dgm:pt>
    <dgm:pt modelId="{39EE1AA8-7626-4185-A845-8D2AFF434C02}" type="sibTrans" cxnId="{9FAC25E3-39AE-4067-A6E6-7FBEC173D938}">
      <dgm:prSet/>
      <dgm:spPr/>
      <dgm:t>
        <a:bodyPr/>
        <a:lstStyle/>
        <a:p>
          <a:endParaRPr lang="ru-RU" sz="1600"/>
        </a:p>
      </dgm:t>
    </dgm:pt>
    <dgm:pt modelId="{ABF91A60-89F7-4660-8844-4C5E58392AFD}">
      <dgm:prSet custT="1"/>
      <dgm:spPr/>
      <dgm:t>
        <a:bodyPr/>
        <a:lstStyle/>
        <a:p>
          <a:pPr rtl="0"/>
          <a:r>
            <a:rPr lang="ru-RU" sz="1100" dirty="0" smtClean="0"/>
            <a:t>Оркестратор получает задачу,  Анализирует </a:t>
          </a:r>
          <a:r>
            <a:rPr lang="ru-RU" sz="1100" dirty="0" err="1" smtClean="0"/>
            <a:t>интент</a:t>
          </a:r>
          <a:r>
            <a:rPr lang="ru-RU" sz="1100" dirty="0" smtClean="0"/>
            <a:t>,   Принимает решение о декомпозиции,  </a:t>
          </a:r>
          <a:r>
            <a:rPr lang="ru-RU" sz="1100" dirty="0" err="1" smtClean="0"/>
            <a:t>Роутит</a:t>
          </a:r>
          <a:r>
            <a:rPr lang="ru-RU" sz="1100" dirty="0" smtClean="0"/>
            <a:t> подзадачи </a:t>
          </a:r>
          <a:r>
            <a:rPr lang="ru-RU" sz="1100" dirty="0" err="1" smtClean="0"/>
            <a:t>воркерам</a:t>
          </a:r>
          <a:r>
            <a:rPr lang="ru-RU" sz="1100" dirty="0" smtClean="0"/>
            <a:t>,  Агрегирует результаты,  Принимает решение о завершении или следующем действии</a:t>
          </a:r>
          <a:endParaRPr lang="ru-RU" sz="1100" dirty="0"/>
        </a:p>
      </dgm:t>
    </dgm:pt>
    <dgm:pt modelId="{2092DFA2-3D04-487D-8154-7E92A651888E}" type="parTrans" cxnId="{B5033B67-B23E-4C0C-8892-1FC2A1B9E7B1}">
      <dgm:prSet/>
      <dgm:spPr/>
      <dgm:t>
        <a:bodyPr/>
        <a:lstStyle/>
        <a:p>
          <a:endParaRPr lang="ru-RU" sz="1600"/>
        </a:p>
      </dgm:t>
    </dgm:pt>
    <dgm:pt modelId="{0EBDC0DF-A1B1-41F1-8AB4-91469593CFF4}" type="sibTrans" cxnId="{B5033B67-B23E-4C0C-8892-1FC2A1B9E7B1}">
      <dgm:prSet/>
      <dgm:spPr/>
      <dgm:t>
        <a:bodyPr/>
        <a:lstStyle/>
        <a:p>
          <a:endParaRPr lang="ru-RU" sz="1600"/>
        </a:p>
      </dgm:t>
    </dgm:pt>
    <dgm:pt modelId="{3D039DC1-326D-46C9-8710-77595D6744FC}">
      <dgm:prSet custT="1"/>
      <dgm:spPr/>
      <dgm:t>
        <a:bodyPr/>
        <a:lstStyle/>
        <a:p>
          <a:pPr rtl="0"/>
          <a:r>
            <a:rPr lang="ru-RU" sz="1100" dirty="0" smtClean="0"/>
            <a:t>Множество агентов анализируют одну и ту же задачу независимо, затем вступают в </a:t>
          </a:r>
          <a:r>
            <a:rPr lang="ru-RU" sz="1100" dirty="0" err="1" smtClean="0"/>
            <a:t>многораундовую</a:t>
          </a:r>
          <a:r>
            <a:rPr lang="ru-RU" sz="1100" dirty="0" smtClean="0"/>
            <a:t> дискуссию, критикуя аргументы друг друга и обновляя свои позиции, пока не достигается консенсус через голосование</a:t>
          </a:r>
          <a:r>
            <a:rPr lang="ru-RU" sz="1100" smtClean="0"/>
            <a:t>. </a:t>
          </a:r>
          <a:endParaRPr lang="ru-RU" sz="1100" dirty="0"/>
        </a:p>
      </dgm:t>
    </dgm:pt>
    <dgm:pt modelId="{4646CDC0-A453-4D21-A74E-F11583A07E8F}" type="parTrans" cxnId="{4831F653-1DC0-431E-96A9-0C9DBB5E0020}">
      <dgm:prSet/>
      <dgm:spPr/>
      <dgm:t>
        <a:bodyPr/>
        <a:lstStyle/>
        <a:p>
          <a:endParaRPr lang="ru-RU" sz="1600"/>
        </a:p>
      </dgm:t>
    </dgm:pt>
    <dgm:pt modelId="{5838BE8A-313C-4EA9-A9C6-754079A98F1E}" type="sibTrans" cxnId="{4831F653-1DC0-431E-96A9-0C9DBB5E0020}">
      <dgm:prSet/>
      <dgm:spPr/>
      <dgm:t>
        <a:bodyPr/>
        <a:lstStyle/>
        <a:p>
          <a:endParaRPr lang="ru-RU" sz="1600"/>
        </a:p>
      </dgm:t>
    </dgm:pt>
    <dgm:pt modelId="{2E59D64E-BD9B-4598-92EC-4E7D0E3E3344}">
      <dgm:prSet custT="1"/>
      <dgm:spPr/>
      <dgm:t>
        <a:bodyPr/>
        <a:lstStyle/>
        <a:p>
          <a:pPr rtl="0"/>
          <a:r>
            <a:rPr lang="ru-RU" sz="1200" dirty="0" smtClean="0"/>
            <a:t>Иерархическая команда агентов, где супервайзеры управляют подчиненными агентами (или вложенными супервайзерами), образуя многоуровневую структуру. </a:t>
          </a:r>
          <a:endParaRPr lang="ru-RU" sz="1200" dirty="0"/>
        </a:p>
      </dgm:t>
    </dgm:pt>
    <dgm:pt modelId="{B025A39A-3C2B-4A1B-9EFA-DF4575B7C4C3}" type="parTrans" cxnId="{E6786728-A23C-45F5-A8F4-A809A31A454C}">
      <dgm:prSet/>
      <dgm:spPr/>
      <dgm:t>
        <a:bodyPr/>
        <a:lstStyle/>
        <a:p>
          <a:endParaRPr lang="ru-RU" sz="1600"/>
        </a:p>
      </dgm:t>
    </dgm:pt>
    <dgm:pt modelId="{A3295E4C-1C7B-4686-81E6-897410850C30}" type="sibTrans" cxnId="{E6786728-A23C-45F5-A8F4-A809A31A454C}">
      <dgm:prSet/>
      <dgm:spPr/>
      <dgm:t>
        <a:bodyPr/>
        <a:lstStyle/>
        <a:p>
          <a:endParaRPr lang="ru-RU" sz="1600"/>
        </a:p>
      </dgm:t>
    </dgm:pt>
    <dgm:pt modelId="{4FC3092D-FB65-47EA-8446-D1A85AD7C44B}" type="pres">
      <dgm:prSet presAssocID="{729F9A7A-937D-48F3-A265-B546FF58B5D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CCAB547-DBB1-466F-8F9D-774B6EB84F92}" type="pres">
      <dgm:prSet presAssocID="{E8DE8D35-20B8-4AC7-B49C-8228A6434F4B}" presName="linNode" presStyleCnt="0"/>
      <dgm:spPr/>
    </dgm:pt>
    <dgm:pt modelId="{1F0CD205-2B8E-4CBE-8AAF-DA04A6B3C565}" type="pres">
      <dgm:prSet presAssocID="{E8DE8D35-20B8-4AC7-B49C-8228A6434F4B}" presName="parentText" presStyleLbl="node1" presStyleIdx="0" presStyleCnt="4" custScaleX="6544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8EC11E-6CF5-4DBC-990A-7274397A4467}" type="pres">
      <dgm:prSet presAssocID="{E8DE8D35-20B8-4AC7-B49C-8228A6434F4B}" presName="descendantText" presStyleLbl="alignAccFollowNode1" presStyleIdx="0" presStyleCnt="4" custScaleX="120813" custLinFactNeighborX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102139-B2F9-4FB1-8913-DF00FAAC2B87}" type="pres">
      <dgm:prSet presAssocID="{FD0E5C7B-365F-466F-A0CF-40A079312C64}" presName="sp" presStyleCnt="0"/>
      <dgm:spPr/>
    </dgm:pt>
    <dgm:pt modelId="{B9517C0C-D832-41A1-90EB-5707CE09A77A}" type="pres">
      <dgm:prSet presAssocID="{F04A2C77-4F56-438E-A7CB-DF576D7CC114}" presName="linNode" presStyleCnt="0"/>
      <dgm:spPr/>
    </dgm:pt>
    <dgm:pt modelId="{547612C9-7F77-4055-84AA-096E9B9EEA42}" type="pres">
      <dgm:prSet presAssocID="{F04A2C77-4F56-438E-A7CB-DF576D7CC114}" presName="parentText" presStyleLbl="node1" presStyleIdx="1" presStyleCnt="4" custScaleX="6544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03D9E1-88D6-4E13-B870-ED7D26541B80}" type="pres">
      <dgm:prSet presAssocID="{F04A2C77-4F56-438E-A7CB-DF576D7CC114}" presName="descendantText" presStyleLbl="alignAccFollowNode1" presStyleIdx="1" presStyleCnt="4" custScaleX="12691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9F1597-CAA4-4B6A-B777-50711EE008AC}" type="pres">
      <dgm:prSet presAssocID="{8DB224D9-2FA5-4385-9EEA-53D0D51473B7}" presName="sp" presStyleCnt="0"/>
      <dgm:spPr/>
    </dgm:pt>
    <dgm:pt modelId="{47CC5235-768B-4693-8278-85A15880ECD0}" type="pres">
      <dgm:prSet presAssocID="{D5C5A8B3-6895-4EC4-AE90-E8FD92A7029D}" presName="linNode" presStyleCnt="0"/>
      <dgm:spPr/>
    </dgm:pt>
    <dgm:pt modelId="{F0A73721-17D5-4FE6-A126-9579991B63DB}" type="pres">
      <dgm:prSet presAssocID="{D5C5A8B3-6895-4EC4-AE90-E8FD92A7029D}" presName="parentText" presStyleLbl="node1" presStyleIdx="2" presStyleCnt="4" custScaleX="6544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272251-526A-4EE5-886E-6125E6899D26}" type="pres">
      <dgm:prSet presAssocID="{D5C5A8B3-6895-4EC4-AE90-E8FD92A7029D}" presName="descendantText" presStyleLbl="alignAccFollowNode1" presStyleIdx="2" presStyleCnt="4" custScaleX="126435" custLinFactNeighborY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E0516D3-F4A4-4DA8-B2DA-B6348BDE886F}" type="pres">
      <dgm:prSet presAssocID="{C9CD5F96-27B0-44C1-9FD7-5B10499B6573}" presName="sp" presStyleCnt="0"/>
      <dgm:spPr/>
    </dgm:pt>
    <dgm:pt modelId="{739C42FF-4F04-45EE-B77B-DEFC0B2FF9CF}" type="pres">
      <dgm:prSet presAssocID="{B484FB3E-9042-4B6C-8D88-2D296B233A40}" presName="linNode" presStyleCnt="0"/>
      <dgm:spPr/>
    </dgm:pt>
    <dgm:pt modelId="{9D3528C2-166E-49AD-83DF-8A8D5B6E1EBF}" type="pres">
      <dgm:prSet presAssocID="{B484FB3E-9042-4B6C-8D88-2D296B233A40}" presName="parentText" presStyleLbl="node1" presStyleIdx="3" presStyleCnt="4" custScaleX="6544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213D7F-E0FE-4CB2-85A4-26C38BA28AEB}" type="pres">
      <dgm:prSet presAssocID="{B484FB3E-9042-4B6C-8D88-2D296B233A40}" presName="descendantText" presStyleLbl="alignAccFollowNode1" presStyleIdx="3" presStyleCnt="4" custScaleX="11970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504F079-D980-46CB-95EE-B8BE9E3EC94E}" type="presOf" srcId="{2E59D64E-BD9B-4598-92EC-4E7D0E3E3344}" destId="{E2213D7F-E0FE-4CB2-85A4-26C38BA28AEB}" srcOrd="0" destOrd="0" presId="urn:microsoft.com/office/officeart/2005/8/layout/vList5"/>
    <dgm:cxn modelId="{BB7D87EF-A501-4585-8899-3B333D404B18}" type="presOf" srcId="{1AA61A44-E1A2-403D-8E62-F1887E1D3E24}" destId="{6D8EC11E-6CF5-4DBC-990A-7274397A4467}" srcOrd="0" destOrd="0" presId="urn:microsoft.com/office/officeart/2005/8/layout/vList5"/>
    <dgm:cxn modelId="{5E7F2E55-D72D-4D3E-92A5-A3FA34334D94}" type="presOf" srcId="{3D039DC1-326D-46C9-8710-77595D6744FC}" destId="{97272251-526A-4EE5-886E-6125E6899D26}" srcOrd="0" destOrd="0" presId="urn:microsoft.com/office/officeart/2005/8/layout/vList5"/>
    <dgm:cxn modelId="{B5033B67-B23E-4C0C-8892-1FC2A1B9E7B1}" srcId="{F04A2C77-4F56-438E-A7CB-DF576D7CC114}" destId="{ABF91A60-89F7-4660-8844-4C5E58392AFD}" srcOrd="0" destOrd="0" parTransId="{2092DFA2-3D04-487D-8154-7E92A651888E}" sibTransId="{0EBDC0DF-A1B1-41F1-8AB4-91469593CFF4}"/>
    <dgm:cxn modelId="{5B310BB3-E767-4853-A115-9225F2009C13}" type="presOf" srcId="{B484FB3E-9042-4B6C-8D88-2D296B233A40}" destId="{9D3528C2-166E-49AD-83DF-8A8D5B6E1EBF}" srcOrd="0" destOrd="0" presId="urn:microsoft.com/office/officeart/2005/8/layout/vList5"/>
    <dgm:cxn modelId="{094BDADC-F05B-4300-AFA1-5D3D9256C2C9}" type="presOf" srcId="{729F9A7A-937D-48F3-A265-B546FF58B5DA}" destId="{4FC3092D-FB65-47EA-8446-D1A85AD7C44B}" srcOrd="0" destOrd="0" presId="urn:microsoft.com/office/officeart/2005/8/layout/vList5"/>
    <dgm:cxn modelId="{9AB7CB3B-2394-49F2-8FBE-B047FB386D3A}" type="presOf" srcId="{D5C5A8B3-6895-4EC4-AE90-E8FD92A7029D}" destId="{F0A73721-17D5-4FE6-A126-9579991B63DB}" srcOrd="0" destOrd="0" presId="urn:microsoft.com/office/officeart/2005/8/layout/vList5"/>
    <dgm:cxn modelId="{03323D8C-5E36-4EAC-BCE4-171B972242F2}" srcId="{729F9A7A-937D-48F3-A265-B546FF58B5DA}" destId="{D5C5A8B3-6895-4EC4-AE90-E8FD92A7029D}" srcOrd="2" destOrd="0" parTransId="{490F1A50-0840-4742-BFF2-8592918EE772}" sibTransId="{C9CD5F96-27B0-44C1-9FD7-5B10499B6573}"/>
    <dgm:cxn modelId="{E6786728-A23C-45F5-A8F4-A809A31A454C}" srcId="{B484FB3E-9042-4B6C-8D88-2D296B233A40}" destId="{2E59D64E-BD9B-4598-92EC-4E7D0E3E3344}" srcOrd="0" destOrd="0" parTransId="{B025A39A-3C2B-4A1B-9EFA-DF4575B7C4C3}" sibTransId="{A3295E4C-1C7B-4686-81E6-897410850C30}"/>
    <dgm:cxn modelId="{6D29A7A4-AE20-4B1D-9F37-2F8CA9D79710}" type="presOf" srcId="{E8DE8D35-20B8-4AC7-B49C-8228A6434F4B}" destId="{1F0CD205-2B8E-4CBE-8AAF-DA04A6B3C565}" srcOrd="0" destOrd="0" presId="urn:microsoft.com/office/officeart/2005/8/layout/vList5"/>
    <dgm:cxn modelId="{4831F653-1DC0-431E-96A9-0C9DBB5E0020}" srcId="{D5C5A8B3-6895-4EC4-AE90-E8FD92A7029D}" destId="{3D039DC1-326D-46C9-8710-77595D6744FC}" srcOrd="0" destOrd="0" parTransId="{4646CDC0-A453-4D21-A74E-F11583A07E8F}" sibTransId="{5838BE8A-313C-4EA9-A9C6-754079A98F1E}"/>
    <dgm:cxn modelId="{2F226C67-6D89-4C6A-AF5C-94A1ADB688E5}" srcId="{729F9A7A-937D-48F3-A265-B546FF58B5DA}" destId="{F04A2C77-4F56-438E-A7CB-DF576D7CC114}" srcOrd="1" destOrd="0" parTransId="{DC87CAA3-F103-4657-8A89-7B3832CED00B}" sibTransId="{8DB224D9-2FA5-4385-9EEA-53D0D51473B7}"/>
    <dgm:cxn modelId="{62AEADD4-7BA5-4CC4-925A-59D2BAA5F418}" type="presOf" srcId="{F04A2C77-4F56-438E-A7CB-DF576D7CC114}" destId="{547612C9-7F77-4055-84AA-096E9B9EEA42}" srcOrd="0" destOrd="0" presId="urn:microsoft.com/office/officeart/2005/8/layout/vList5"/>
    <dgm:cxn modelId="{1B960404-3BB8-4BC5-B892-22D9E33EF2CD}" type="presOf" srcId="{ABF91A60-89F7-4660-8844-4C5E58392AFD}" destId="{A703D9E1-88D6-4E13-B870-ED7D26541B80}" srcOrd="0" destOrd="0" presId="urn:microsoft.com/office/officeart/2005/8/layout/vList5"/>
    <dgm:cxn modelId="{5ECF5EEA-826B-425E-927F-51D67432D609}" srcId="{729F9A7A-937D-48F3-A265-B546FF58B5DA}" destId="{B484FB3E-9042-4B6C-8D88-2D296B233A40}" srcOrd="3" destOrd="0" parTransId="{CFEA23AD-5636-4438-948F-82A46826EBC9}" sibTransId="{8D2AD59B-7D36-4F2F-AF50-4AF7165FD7E3}"/>
    <dgm:cxn modelId="{F37760EF-E684-4EF1-9F70-72C403EB03D4}" srcId="{729F9A7A-937D-48F3-A265-B546FF58B5DA}" destId="{E8DE8D35-20B8-4AC7-B49C-8228A6434F4B}" srcOrd="0" destOrd="0" parTransId="{2B6A6198-E8E8-497A-B146-7819E486CC44}" sibTransId="{FD0E5C7B-365F-466F-A0CF-40A079312C64}"/>
    <dgm:cxn modelId="{9FAC25E3-39AE-4067-A6E6-7FBEC173D938}" srcId="{E8DE8D35-20B8-4AC7-B49C-8228A6434F4B}" destId="{1AA61A44-E1A2-403D-8E62-F1887E1D3E24}" srcOrd="0" destOrd="0" parTransId="{9C373B03-6BF0-4084-B100-827D5B7BB900}" sibTransId="{39EE1AA8-7626-4185-A845-8D2AFF434C02}"/>
    <dgm:cxn modelId="{E7D8DE3F-7657-4F5A-8969-A9A52A6BC659}" type="presParOf" srcId="{4FC3092D-FB65-47EA-8446-D1A85AD7C44B}" destId="{DCCAB547-DBB1-466F-8F9D-774B6EB84F92}" srcOrd="0" destOrd="0" presId="urn:microsoft.com/office/officeart/2005/8/layout/vList5"/>
    <dgm:cxn modelId="{C569A388-0BA7-4093-979F-34629A534B66}" type="presParOf" srcId="{DCCAB547-DBB1-466F-8F9D-774B6EB84F92}" destId="{1F0CD205-2B8E-4CBE-8AAF-DA04A6B3C565}" srcOrd="0" destOrd="0" presId="urn:microsoft.com/office/officeart/2005/8/layout/vList5"/>
    <dgm:cxn modelId="{A18C511C-6015-4E20-AB32-B9A1AEC48DD8}" type="presParOf" srcId="{DCCAB547-DBB1-466F-8F9D-774B6EB84F92}" destId="{6D8EC11E-6CF5-4DBC-990A-7274397A4467}" srcOrd="1" destOrd="0" presId="urn:microsoft.com/office/officeart/2005/8/layout/vList5"/>
    <dgm:cxn modelId="{F88455F5-B819-4A60-B255-7AACBA388348}" type="presParOf" srcId="{4FC3092D-FB65-47EA-8446-D1A85AD7C44B}" destId="{E1102139-B2F9-4FB1-8913-DF00FAAC2B87}" srcOrd="1" destOrd="0" presId="urn:microsoft.com/office/officeart/2005/8/layout/vList5"/>
    <dgm:cxn modelId="{E4CE3B77-B716-44AB-86CD-75B45BE16575}" type="presParOf" srcId="{4FC3092D-FB65-47EA-8446-D1A85AD7C44B}" destId="{B9517C0C-D832-41A1-90EB-5707CE09A77A}" srcOrd="2" destOrd="0" presId="urn:microsoft.com/office/officeart/2005/8/layout/vList5"/>
    <dgm:cxn modelId="{3EB45E2B-E691-40FE-96FE-91BE13CE33D6}" type="presParOf" srcId="{B9517C0C-D832-41A1-90EB-5707CE09A77A}" destId="{547612C9-7F77-4055-84AA-096E9B9EEA42}" srcOrd="0" destOrd="0" presId="urn:microsoft.com/office/officeart/2005/8/layout/vList5"/>
    <dgm:cxn modelId="{9936C5AA-4692-442A-9D5B-72E8C3213336}" type="presParOf" srcId="{B9517C0C-D832-41A1-90EB-5707CE09A77A}" destId="{A703D9E1-88D6-4E13-B870-ED7D26541B80}" srcOrd="1" destOrd="0" presId="urn:microsoft.com/office/officeart/2005/8/layout/vList5"/>
    <dgm:cxn modelId="{2D11F3A6-3874-4B5E-8402-D9A62F95CB55}" type="presParOf" srcId="{4FC3092D-FB65-47EA-8446-D1A85AD7C44B}" destId="{1E9F1597-CAA4-4B6A-B777-50711EE008AC}" srcOrd="3" destOrd="0" presId="urn:microsoft.com/office/officeart/2005/8/layout/vList5"/>
    <dgm:cxn modelId="{639411D9-8D1C-43D4-8C37-9238390190D7}" type="presParOf" srcId="{4FC3092D-FB65-47EA-8446-D1A85AD7C44B}" destId="{47CC5235-768B-4693-8278-85A15880ECD0}" srcOrd="4" destOrd="0" presId="urn:microsoft.com/office/officeart/2005/8/layout/vList5"/>
    <dgm:cxn modelId="{2BE2B4AF-622A-48F2-ADE1-BDB89DABC3D1}" type="presParOf" srcId="{47CC5235-768B-4693-8278-85A15880ECD0}" destId="{F0A73721-17D5-4FE6-A126-9579991B63DB}" srcOrd="0" destOrd="0" presId="urn:microsoft.com/office/officeart/2005/8/layout/vList5"/>
    <dgm:cxn modelId="{38150B23-AFF5-40C3-BC0D-B868493AA839}" type="presParOf" srcId="{47CC5235-768B-4693-8278-85A15880ECD0}" destId="{97272251-526A-4EE5-886E-6125E6899D26}" srcOrd="1" destOrd="0" presId="urn:microsoft.com/office/officeart/2005/8/layout/vList5"/>
    <dgm:cxn modelId="{88F2BCC9-D2CA-4741-8EB9-D76AC2C0E370}" type="presParOf" srcId="{4FC3092D-FB65-47EA-8446-D1A85AD7C44B}" destId="{5E0516D3-F4A4-4DA8-B2DA-B6348BDE886F}" srcOrd="5" destOrd="0" presId="urn:microsoft.com/office/officeart/2005/8/layout/vList5"/>
    <dgm:cxn modelId="{3230DAEB-4385-4F2B-9284-AAEE95113D77}" type="presParOf" srcId="{4FC3092D-FB65-47EA-8446-D1A85AD7C44B}" destId="{739C42FF-4F04-45EE-B77B-DEFC0B2FF9CF}" srcOrd="6" destOrd="0" presId="urn:microsoft.com/office/officeart/2005/8/layout/vList5"/>
    <dgm:cxn modelId="{6023BF91-9A18-4D33-A6A4-F9F25BAD2CA8}" type="presParOf" srcId="{739C42FF-4F04-45EE-B77B-DEFC0B2FF9CF}" destId="{9D3528C2-166E-49AD-83DF-8A8D5B6E1EBF}" srcOrd="0" destOrd="0" presId="urn:microsoft.com/office/officeart/2005/8/layout/vList5"/>
    <dgm:cxn modelId="{C914E0E0-C4C2-4FFA-8E04-CDF68C7B7A15}" type="presParOf" srcId="{739C42FF-4F04-45EE-B77B-DEFC0B2FF9CF}" destId="{E2213D7F-E0FE-4CB2-85A4-26C38BA28AE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2B3F5D-9F2B-4376-A4C0-F8F8C78E30A4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3BA7D57D-51F7-4F54-B41C-273A51797448}">
      <dgm:prSet/>
      <dgm:spPr/>
      <dgm:t>
        <a:bodyPr/>
        <a:lstStyle/>
        <a:p>
          <a:pPr rtl="0"/>
          <a:r>
            <a:rPr lang="ru-RU" b="0" smtClean="0"/>
            <a:t>Две динамические базы памяти:</a:t>
          </a:r>
          <a:endParaRPr lang="ru-RU"/>
        </a:p>
      </dgm:t>
    </dgm:pt>
    <dgm:pt modelId="{651AB88D-C3AD-4512-B734-58EC7730D9EB}" type="parTrans" cxnId="{ED268666-B965-44B6-A823-952449E6FF23}">
      <dgm:prSet/>
      <dgm:spPr/>
      <dgm:t>
        <a:bodyPr/>
        <a:lstStyle/>
        <a:p>
          <a:endParaRPr lang="ru-RU"/>
        </a:p>
      </dgm:t>
    </dgm:pt>
    <dgm:pt modelId="{0E38E0DD-1F6C-4964-A066-2EC15D4A9EDF}" type="sibTrans" cxnId="{ED268666-B965-44B6-A823-952449E6FF23}">
      <dgm:prSet/>
      <dgm:spPr/>
      <dgm:t>
        <a:bodyPr/>
        <a:lstStyle/>
        <a:p>
          <a:endParaRPr lang="ru-RU"/>
        </a:p>
      </dgm:t>
    </dgm:pt>
    <dgm:pt modelId="{C49C4051-ACB5-40A6-B3A1-066D115C59F4}">
      <dgm:prSet/>
      <dgm:spPr/>
      <dgm:t>
        <a:bodyPr/>
        <a:lstStyle/>
        <a:p>
          <a:pPr rtl="0">
            <a:spcAft>
              <a:spcPts val="600"/>
            </a:spcAft>
          </a:pPr>
          <a:r>
            <a:rPr lang="ru-RU" b="1" dirty="0" smtClean="0"/>
            <a:t>Архив успешных случаев</a:t>
          </a:r>
          <a:r>
            <a:rPr lang="ru-RU" b="0" dirty="0" smtClean="0"/>
            <a:t> (внешняя база векторов): Это не просто текстовые </a:t>
          </a:r>
          <a:r>
            <a:rPr lang="ru-RU" b="0" dirty="0" err="1" smtClean="0"/>
            <a:t>логи</a:t>
          </a:r>
          <a:r>
            <a:rPr lang="ru-RU" b="0" dirty="0" smtClean="0"/>
            <a:t>. Успешный случай (правильно назначенное лечение) конвертируется в вектор через </a:t>
          </a:r>
          <a:r>
            <a:rPr lang="ru-RU" b="0" dirty="0" err="1" smtClean="0"/>
            <a:t>OpenAI</a:t>
          </a:r>
          <a:r>
            <a:rPr lang="ru-RU" b="0" dirty="0" smtClean="0"/>
            <a:t> text-embedding-ada-002 и отправляется в векторное хранилище. Когда новому пациенту нужен диагноз, система ищет в этом архиве самый "похожий" успешный случай и подставляет его врачу как подсказку.</a:t>
          </a:r>
          <a:endParaRPr lang="ru-RU" dirty="0"/>
        </a:p>
      </dgm:t>
    </dgm:pt>
    <dgm:pt modelId="{EED1ACEC-D7FC-496F-9BF7-E75C3389BDF9}" type="parTrans" cxnId="{7E2FD87E-EF7E-47FC-83A4-897AA69230D5}">
      <dgm:prSet/>
      <dgm:spPr/>
      <dgm:t>
        <a:bodyPr/>
        <a:lstStyle/>
        <a:p>
          <a:endParaRPr lang="ru-RU"/>
        </a:p>
      </dgm:t>
    </dgm:pt>
    <dgm:pt modelId="{BADC6590-D3C3-4226-B827-FB8716033A48}" type="sibTrans" cxnId="{7E2FD87E-EF7E-47FC-83A4-897AA69230D5}">
      <dgm:prSet/>
      <dgm:spPr/>
      <dgm:t>
        <a:bodyPr/>
        <a:lstStyle/>
        <a:p>
          <a:endParaRPr lang="ru-RU"/>
        </a:p>
      </dgm:t>
    </dgm:pt>
    <dgm:pt modelId="{33887A79-3440-4355-ACFA-F5CE624E81EA}">
      <dgm:prSet/>
      <dgm:spPr/>
      <dgm:t>
        <a:bodyPr/>
        <a:lstStyle/>
        <a:p>
          <a:pPr rtl="0">
            <a:spcAft>
              <a:spcPts val="600"/>
            </a:spcAft>
          </a:pPr>
          <a:r>
            <a:rPr lang="ru-RU" b="1" dirty="0" smtClean="0"/>
            <a:t>"Опыт из ошибок" </a:t>
          </a:r>
          <a:r>
            <a:rPr lang="ru-RU" b="0" dirty="0" smtClean="0"/>
            <a:t>(База отрефлексированных принципов): При ошибке вызывается специальная LLM, которая получает три входа и генерирует универсальный принцип-урок типа: "Если у кашля есть признак X, то это не аллергия". Принцип тоже векторизуется и уходит в базу опыта.                                                                                                                                        В 2025 году метод развили до SEAL (</a:t>
          </a:r>
          <a:r>
            <a:rPr lang="ru-RU" b="0" dirty="0" err="1" smtClean="0"/>
            <a:t>Simulacrum-based</a:t>
          </a:r>
          <a:r>
            <a:rPr lang="ru-RU" b="0" dirty="0" smtClean="0"/>
            <a:t> </a:t>
          </a:r>
          <a:r>
            <a:rPr lang="ru-RU" b="0" dirty="0" err="1" smtClean="0"/>
            <a:t>Evolutionary</a:t>
          </a:r>
          <a:r>
            <a:rPr lang="ru-RU" b="0" dirty="0" smtClean="0"/>
            <a:t> </a:t>
          </a:r>
          <a:r>
            <a:rPr lang="ru-RU" b="0" dirty="0" err="1" smtClean="0"/>
            <a:t>Agent</a:t>
          </a:r>
          <a:r>
            <a:rPr lang="ru-RU" b="0" dirty="0" smtClean="0"/>
            <a:t> </a:t>
          </a:r>
          <a:r>
            <a:rPr lang="ru-RU" b="0" dirty="0" err="1" smtClean="0"/>
            <a:t>Learning</a:t>
          </a:r>
          <a:r>
            <a:rPr lang="ru-RU" b="0" dirty="0" smtClean="0"/>
            <a:t>), который автоматически синтезирует новые данные на основе результатов лечения от нескольких агентов, ускоряя прогресс.</a:t>
          </a:r>
          <a:endParaRPr lang="ru-RU" dirty="0"/>
        </a:p>
      </dgm:t>
    </dgm:pt>
    <dgm:pt modelId="{AC83F314-0F88-4C82-AA1D-9DD043D60280}" type="parTrans" cxnId="{AFF0C54F-4949-4BD2-AEFE-E61A28E555D2}">
      <dgm:prSet/>
      <dgm:spPr/>
      <dgm:t>
        <a:bodyPr/>
        <a:lstStyle/>
        <a:p>
          <a:endParaRPr lang="ru-RU"/>
        </a:p>
      </dgm:t>
    </dgm:pt>
    <dgm:pt modelId="{25900EB6-3107-4E28-A722-E97B9AACCE4B}" type="sibTrans" cxnId="{AFF0C54F-4949-4BD2-AEFE-E61A28E555D2}">
      <dgm:prSet/>
      <dgm:spPr/>
      <dgm:t>
        <a:bodyPr/>
        <a:lstStyle/>
        <a:p>
          <a:endParaRPr lang="ru-RU"/>
        </a:p>
      </dgm:t>
    </dgm:pt>
    <dgm:pt modelId="{FFA3EC71-9863-4A17-8BB4-F0AE89C4BCA7}" type="pres">
      <dgm:prSet presAssocID="{642B3F5D-9F2B-4376-A4C0-F8F8C78E30A4}" presName="linear" presStyleCnt="0">
        <dgm:presLayoutVars>
          <dgm:animLvl val="lvl"/>
          <dgm:resizeHandles val="exact"/>
        </dgm:presLayoutVars>
      </dgm:prSet>
      <dgm:spPr/>
    </dgm:pt>
    <dgm:pt modelId="{A47EEC66-6C8C-49BC-A162-BDB4AFE362F7}" type="pres">
      <dgm:prSet presAssocID="{3BA7D57D-51F7-4F54-B41C-273A5179744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94C6A55-80C0-4D07-B719-1F996691EFAD}" type="pres">
      <dgm:prSet presAssocID="{3BA7D57D-51F7-4F54-B41C-273A5179744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7D99A1B-B604-4754-98C2-4504DFEDCE33}" type="presOf" srcId="{33887A79-3440-4355-ACFA-F5CE624E81EA}" destId="{194C6A55-80C0-4D07-B719-1F996691EFAD}" srcOrd="0" destOrd="1" presId="urn:microsoft.com/office/officeart/2005/8/layout/vList2"/>
    <dgm:cxn modelId="{7E2FD87E-EF7E-47FC-83A4-897AA69230D5}" srcId="{3BA7D57D-51F7-4F54-B41C-273A51797448}" destId="{C49C4051-ACB5-40A6-B3A1-066D115C59F4}" srcOrd="0" destOrd="0" parTransId="{EED1ACEC-D7FC-496F-9BF7-E75C3389BDF9}" sibTransId="{BADC6590-D3C3-4226-B827-FB8716033A48}"/>
    <dgm:cxn modelId="{740EFDF3-0E28-4E4C-9071-FE2EEE406ED5}" type="presOf" srcId="{3BA7D57D-51F7-4F54-B41C-273A51797448}" destId="{A47EEC66-6C8C-49BC-A162-BDB4AFE362F7}" srcOrd="0" destOrd="0" presId="urn:microsoft.com/office/officeart/2005/8/layout/vList2"/>
    <dgm:cxn modelId="{517EE97B-1000-4C70-9254-DB5D0D8ADED0}" type="presOf" srcId="{C49C4051-ACB5-40A6-B3A1-066D115C59F4}" destId="{194C6A55-80C0-4D07-B719-1F996691EFAD}" srcOrd="0" destOrd="0" presId="urn:microsoft.com/office/officeart/2005/8/layout/vList2"/>
    <dgm:cxn modelId="{ED268666-B965-44B6-A823-952449E6FF23}" srcId="{642B3F5D-9F2B-4376-A4C0-F8F8C78E30A4}" destId="{3BA7D57D-51F7-4F54-B41C-273A51797448}" srcOrd="0" destOrd="0" parTransId="{651AB88D-C3AD-4512-B734-58EC7730D9EB}" sibTransId="{0E38E0DD-1F6C-4964-A066-2EC15D4A9EDF}"/>
    <dgm:cxn modelId="{AFF0C54F-4949-4BD2-AEFE-E61A28E555D2}" srcId="{3BA7D57D-51F7-4F54-B41C-273A51797448}" destId="{33887A79-3440-4355-ACFA-F5CE624E81EA}" srcOrd="1" destOrd="0" parTransId="{AC83F314-0F88-4C82-AA1D-9DD043D60280}" sibTransId="{25900EB6-3107-4E28-A722-E97B9AACCE4B}"/>
    <dgm:cxn modelId="{32DFDD5C-1A72-4242-8B70-1536905286B8}" type="presOf" srcId="{642B3F5D-9F2B-4376-A4C0-F8F8C78E30A4}" destId="{FFA3EC71-9863-4A17-8BB4-F0AE89C4BCA7}" srcOrd="0" destOrd="0" presId="urn:microsoft.com/office/officeart/2005/8/layout/vList2"/>
    <dgm:cxn modelId="{C94F28CB-5C7F-40C1-B7FC-59CC0067AF41}" type="presParOf" srcId="{FFA3EC71-9863-4A17-8BB4-F0AE89C4BCA7}" destId="{A47EEC66-6C8C-49BC-A162-BDB4AFE362F7}" srcOrd="0" destOrd="0" presId="urn:microsoft.com/office/officeart/2005/8/layout/vList2"/>
    <dgm:cxn modelId="{ACECF0CD-3BF0-45EC-A390-8C8F4DA5DCB5}" type="presParOf" srcId="{FFA3EC71-9863-4A17-8BB4-F0AE89C4BCA7}" destId="{194C6A55-80C0-4D07-B719-1F996691EFA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0CE8F-335F-486C-9D25-650EC8744EE0}">
      <dsp:nvSpPr>
        <dsp:cNvPr id="0" name=""/>
        <dsp:cNvSpPr/>
      </dsp:nvSpPr>
      <dsp:spPr>
        <a:xfrm>
          <a:off x="4250" y="1082420"/>
          <a:ext cx="1449420" cy="724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Оркестратор (</a:t>
          </a:r>
          <a:r>
            <a:rPr lang="ru-RU" sz="1500" kern="1200" dirty="0" err="1" smtClean="0"/>
            <a:t>Supervisor</a:t>
          </a:r>
          <a:r>
            <a:rPr lang="ru-RU" sz="1500" kern="1200" dirty="0" smtClean="0"/>
            <a:t>) </a:t>
          </a:r>
          <a:endParaRPr lang="ru-RU" sz="1500" kern="1200" dirty="0"/>
        </a:p>
      </dsp:txBody>
      <dsp:txXfrm>
        <a:off x="25476" y="1103646"/>
        <a:ext cx="1406968" cy="682258"/>
      </dsp:txXfrm>
    </dsp:sp>
    <dsp:sp modelId="{6D23645F-C012-4425-BF91-7D1558B01D13}">
      <dsp:nvSpPr>
        <dsp:cNvPr id="0" name=""/>
        <dsp:cNvSpPr/>
      </dsp:nvSpPr>
      <dsp:spPr>
        <a:xfrm>
          <a:off x="149192" y="1807130"/>
          <a:ext cx="144942" cy="54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32"/>
              </a:lnTo>
              <a:lnTo>
                <a:pt x="144942" y="54353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9FBAEF-DC3B-42E0-B132-0B1E8A9A4A30}">
      <dsp:nvSpPr>
        <dsp:cNvPr id="0" name=""/>
        <dsp:cNvSpPr/>
      </dsp:nvSpPr>
      <dsp:spPr>
        <a:xfrm>
          <a:off x="294134" y="1988307"/>
          <a:ext cx="1159536" cy="724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/>
            <a:t>разбивает задачу и распределяет.</a:t>
          </a:r>
          <a:endParaRPr lang="ru-RU" sz="1300" kern="1200"/>
        </a:p>
      </dsp:txBody>
      <dsp:txXfrm>
        <a:off x="315360" y="2009533"/>
        <a:ext cx="1117084" cy="682258"/>
      </dsp:txXfrm>
    </dsp:sp>
    <dsp:sp modelId="{6DF60AD2-949E-4647-A02A-35A852B5C5E4}">
      <dsp:nvSpPr>
        <dsp:cNvPr id="0" name=""/>
        <dsp:cNvSpPr/>
      </dsp:nvSpPr>
      <dsp:spPr>
        <a:xfrm>
          <a:off x="1816025" y="1082420"/>
          <a:ext cx="1449420" cy="724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Агент-исследователь </a:t>
          </a:r>
          <a:endParaRPr lang="ru-RU" sz="1500" kern="1200" dirty="0"/>
        </a:p>
      </dsp:txBody>
      <dsp:txXfrm>
        <a:off x="1837251" y="1103646"/>
        <a:ext cx="1406968" cy="682258"/>
      </dsp:txXfrm>
    </dsp:sp>
    <dsp:sp modelId="{042746E3-1A81-4DD6-8DFB-D577EEE0F198}">
      <dsp:nvSpPr>
        <dsp:cNvPr id="0" name=""/>
        <dsp:cNvSpPr/>
      </dsp:nvSpPr>
      <dsp:spPr>
        <a:xfrm>
          <a:off x="1960967" y="1807130"/>
          <a:ext cx="144942" cy="54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32"/>
              </a:lnTo>
              <a:lnTo>
                <a:pt x="144942" y="54353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16E66-E03B-4EDF-A5A1-139EE32B9A48}">
      <dsp:nvSpPr>
        <dsp:cNvPr id="0" name=""/>
        <dsp:cNvSpPr/>
      </dsp:nvSpPr>
      <dsp:spPr>
        <a:xfrm>
          <a:off x="2105909" y="1988307"/>
          <a:ext cx="1159536" cy="724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 ищет информацию.</a:t>
          </a:r>
          <a:endParaRPr lang="ru-RU" sz="1300" kern="1200" dirty="0"/>
        </a:p>
      </dsp:txBody>
      <dsp:txXfrm>
        <a:off x="2127135" y="2009533"/>
        <a:ext cx="1117084" cy="682258"/>
      </dsp:txXfrm>
    </dsp:sp>
    <dsp:sp modelId="{E8FD9570-769F-4BD1-8B2A-83B6D69506F3}">
      <dsp:nvSpPr>
        <dsp:cNvPr id="0" name=""/>
        <dsp:cNvSpPr/>
      </dsp:nvSpPr>
      <dsp:spPr>
        <a:xfrm>
          <a:off x="3627800" y="1082420"/>
          <a:ext cx="1449420" cy="724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Агент-кодер</a:t>
          </a:r>
          <a:endParaRPr lang="ru-RU" sz="1500" kern="1200" dirty="0"/>
        </a:p>
      </dsp:txBody>
      <dsp:txXfrm>
        <a:off x="3649026" y="1103646"/>
        <a:ext cx="1406968" cy="682258"/>
      </dsp:txXfrm>
    </dsp:sp>
    <dsp:sp modelId="{F87BC471-A452-4C70-B2F7-EE605D3E41AF}">
      <dsp:nvSpPr>
        <dsp:cNvPr id="0" name=""/>
        <dsp:cNvSpPr/>
      </dsp:nvSpPr>
      <dsp:spPr>
        <a:xfrm>
          <a:off x="3772742" y="1807130"/>
          <a:ext cx="144942" cy="54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32"/>
              </a:lnTo>
              <a:lnTo>
                <a:pt x="144942" y="54353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47827A-303A-4B14-846D-B03871D73063}">
      <dsp:nvSpPr>
        <dsp:cNvPr id="0" name=""/>
        <dsp:cNvSpPr/>
      </dsp:nvSpPr>
      <dsp:spPr>
        <a:xfrm>
          <a:off x="3917684" y="1988307"/>
          <a:ext cx="1159536" cy="724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/>
            <a:t>пишет код.</a:t>
          </a:r>
          <a:endParaRPr lang="ru-RU" sz="1300" kern="1200"/>
        </a:p>
      </dsp:txBody>
      <dsp:txXfrm>
        <a:off x="3938910" y="2009533"/>
        <a:ext cx="1117084" cy="682258"/>
      </dsp:txXfrm>
    </dsp:sp>
    <dsp:sp modelId="{DB635E14-9E3C-46D6-8134-C0D227AE937D}">
      <dsp:nvSpPr>
        <dsp:cNvPr id="0" name=""/>
        <dsp:cNvSpPr/>
      </dsp:nvSpPr>
      <dsp:spPr>
        <a:xfrm>
          <a:off x="5439575" y="1082420"/>
          <a:ext cx="1449420" cy="724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Агент-рецензент (</a:t>
          </a:r>
          <a:r>
            <a:rPr lang="ru-RU" sz="1500" kern="1200" dirty="0" err="1" smtClean="0"/>
            <a:t>Critic</a:t>
          </a:r>
          <a:r>
            <a:rPr lang="ru-RU" sz="1500" kern="1200" dirty="0" smtClean="0"/>
            <a:t>) — </a:t>
          </a:r>
          <a:endParaRPr lang="ru-RU" sz="1500" kern="1200" dirty="0"/>
        </a:p>
      </dsp:txBody>
      <dsp:txXfrm>
        <a:off x="5460801" y="1103646"/>
        <a:ext cx="1406968" cy="682258"/>
      </dsp:txXfrm>
    </dsp:sp>
    <dsp:sp modelId="{D677353F-3645-4E6B-B2EA-2128A1E21C22}">
      <dsp:nvSpPr>
        <dsp:cNvPr id="0" name=""/>
        <dsp:cNvSpPr/>
      </dsp:nvSpPr>
      <dsp:spPr>
        <a:xfrm>
          <a:off x="5584517" y="1807130"/>
          <a:ext cx="144942" cy="54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32"/>
              </a:lnTo>
              <a:lnTo>
                <a:pt x="144942" y="54353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5381B5-1DF8-4D13-9F7C-BC0E7E7B7CFD}">
      <dsp:nvSpPr>
        <dsp:cNvPr id="0" name=""/>
        <dsp:cNvSpPr/>
      </dsp:nvSpPr>
      <dsp:spPr>
        <a:xfrm>
          <a:off x="5729459" y="1988307"/>
          <a:ext cx="1159536" cy="724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/>
            <a:t>проверяет результат и ищет ошибки.</a:t>
          </a:r>
          <a:endParaRPr lang="ru-RU" sz="1300" kern="1200"/>
        </a:p>
      </dsp:txBody>
      <dsp:txXfrm>
        <a:off x="5750685" y="2009533"/>
        <a:ext cx="1117084" cy="682258"/>
      </dsp:txXfrm>
    </dsp:sp>
    <dsp:sp modelId="{779B81E3-8D19-4224-BE3F-5274024F32F5}">
      <dsp:nvSpPr>
        <dsp:cNvPr id="0" name=""/>
        <dsp:cNvSpPr/>
      </dsp:nvSpPr>
      <dsp:spPr>
        <a:xfrm>
          <a:off x="7251350" y="1082420"/>
          <a:ext cx="1449420" cy="724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Агент-исполнитель </a:t>
          </a:r>
          <a:br>
            <a:rPr lang="ru-RU" sz="1500" kern="1200" dirty="0" smtClean="0"/>
          </a:br>
          <a:endParaRPr lang="ru-RU" sz="1500" kern="1200" dirty="0"/>
        </a:p>
      </dsp:txBody>
      <dsp:txXfrm>
        <a:off x="7272576" y="1103646"/>
        <a:ext cx="1406968" cy="682258"/>
      </dsp:txXfrm>
    </dsp:sp>
    <dsp:sp modelId="{EA1EE20E-1280-49F0-9650-BBC0C4BEA454}">
      <dsp:nvSpPr>
        <dsp:cNvPr id="0" name=""/>
        <dsp:cNvSpPr/>
      </dsp:nvSpPr>
      <dsp:spPr>
        <a:xfrm>
          <a:off x="7396292" y="1807130"/>
          <a:ext cx="144942" cy="54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32"/>
              </a:lnTo>
              <a:lnTo>
                <a:pt x="144942" y="54353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B0E4B-4E83-4135-91BE-23CC8D31FBC6}">
      <dsp:nvSpPr>
        <dsp:cNvPr id="0" name=""/>
        <dsp:cNvSpPr/>
      </dsp:nvSpPr>
      <dsp:spPr>
        <a:xfrm>
          <a:off x="7541234" y="1988307"/>
          <a:ext cx="1159536" cy="724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/>
            <a:t>работает с внешними API.</a:t>
          </a:r>
          <a:endParaRPr lang="ru-RU" sz="1300" kern="1200"/>
        </a:p>
      </dsp:txBody>
      <dsp:txXfrm>
        <a:off x="7562460" y="2009533"/>
        <a:ext cx="1117084" cy="682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EC11E-6CF5-4DBC-990A-7274397A4467}">
      <dsp:nvSpPr>
        <dsp:cNvPr id="0" name=""/>
        <dsp:cNvSpPr/>
      </dsp:nvSpPr>
      <dsp:spPr>
        <a:xfrm rot="5400000">
          <a:off x="5077590" y="-2970162"/>
          <a:ext cx="582420" cy="667137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/>
            <a:t> это </a:t>
          </a:r>
          <a:r>
            <a:rPr lang="ru-RU" sz="1100" kern="1200" dirty="0" err="1" smtClean="0"/>
            <a:t>фреймворк</a:t>
          </a:r>
          <a:r>
            <a:rPr lang="ru-RU" sz="1100" kern="1200" dirty="0" smtClean="0"/>
            <a:t>, использующий несколько рабочих агентов, последовательно взаимодействующих друг с другом, каждый обрабатывает свой сегмент, после чего менеджер синтезирует результаты. В простейшем случае это выглядит как конвейер: Кодер → Рецензент → </a:t>
          </a:r>
          <a:r>
            <a:rPr lang="ru-RU" sz="1100" kern="1200" dirty="0" err="1" smtClean="0"/>
            <a:t>Тестировщик</a:t>
          </a:r>
          <a:r>
            <a:rPr lang="ru-RU" sz="1100" kern="1200" dirty="0" smtClean="0"/>
            <a:t>.</a:t>
          </a:r>
          <a:endParaRPr lang="ru-RU" sz="1100" kern="1200" dirty="0"/>
        </a:p>
      </dsp:txBody>
      <dsp:txXfrm rot="-5400000">
        <a:off x="2033112" y="102747"/>
        <a:ext cx="6642947" cy="525558"/>
      </dsp:txXfrm>
    </dsp:sp>
    <dsp:sp modelId="{1F0CD205-2B8E-4CBE-8AAF-DA04A6B3C565}">
      <dsp:nvSpPr>
        <dsp:cNvPr id="0" name=""/>
        <dsp:cNvSpPr/>
      </dsp:nvSpPr>
      <dsp:spPr>
        <a:xfrm>
          <a:off x="251" y="1513"/>
          <a:ext cx="2032860" cy="7280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/>
            <a:t>Chain-of-Agents</a:t>
          </a:r>
          <a:endParaRPr lang="ru-RU" sz="1800" kern="1200" dirty="0"/>
        </a:p>
      </dsp:txBody>
      <dsp:txXfrm>
        <a:off x="35790" y="37052"/>
        <a:ext cx="1961782" cy="656948"/>
      </dsp:txXfrm>
    </dsp:sp>
    <dsp:sp modelId="{A703D9E1-88D6-4E13-B870-ED7D26541B80}">
      <dsp:nvSpPr>
        <dsp:cNvPr id="0" name=""/>
        <dsp:cNvSpPr/>
      </dsp:nvSpPr>
      <dsp:spPr>
        <a:xfrm rot="5400000">
          <a:off x="5038850" y="-2243102"/>
          <a:ext cx="582420" cy="674611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/>
            <a:t>Оркестратор получает задачу,  Анализирует </a:t>
          </a:r>
          <a:r>
            <a:rPr lang="ru-RU" sz="1100" kern="1200" dirty="0" err="1" smtClean="0"/>
            <a:t>интент</a:t>
          </a:r>
          <a:r>
            <a:rPr lang="ru-RU" sz="1100" kern="1200" dirty="0" smtClean="0"/>
            <a:t>,   Принимает решение о декомпозиции,  </a:t>
          </a:r>
          <a:r>
            <a:rPr lang="ru-RU" sz="1100" kern="1200" dirty="0" err="1" smtClean="0"/>
            <a:t>Роутит</a:t>
          </a:r>
          <a:r>
            <a:rPr lang="ru-RU" sz="1100" kern="1200" dirty="0" smtClean="0"/>
            <a:t> подзадачи </a:t>
          </a:r>
          <a:r>
            <a:rPr lang="ru-RU" sz="1100" kern="1200" dirty="0" err="1" smtClean="0"/>
            <a:t>воркерам</a:t>
          </a:r>
          <a:r>
            <a:rPr lang="ru-RU" sz="1100" kern="1200" dirty="0" smtClean="0"/>
            <a:t>,  Агрегирует результаты,  Принимает решение о завершении или следующем действии</a:t>
          </a:r>
          <a:endParaRPr lang="ru-RU" sz="1100" kern="1200" dirty="0"/>
        </a:p>
      </dsp:txBody>
      <dsp:txXfrm rot="-5400000">
        <a:off x="1957004" y="867175"/>
        <a:ext cx="6717682" cy="525558"/>
      </dsp:txXfrm>
    </dsp:sp>
    <dsp:sp modelId="{547612C9-7F77-4055-84AA-096E9B9EEA42}">
      <dsp:nvSpPr>
        <dsp:cNvPr id="0" name=""/>
        <dsp:cNvSpPr/>
      </dsp:nvSpPr>
      <dsp:spPr>
        <a:xfrm>
          <a:off x="251" y="765941"/>
          <a:ext cx="1956753" cy="7280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Роуминг</a:t>
          </a:r>
          <a:endParaRPr lang="ru-RU" sz="1800" kern="1200" dirty="0"/>
        </a:p>
      </dsp:txBody>
      <dsp:txXfrm>
        <a:off x="35790" y="801480"/>
        <a:ext cx="1885675" cy="656948"/>
      </dsp:txXfrm>
    </dsp:sp>
    <dsp:sp modelId="{97272251-526A-4EE5-886E-6125E6899D26}">
      <dsp:nvSpPr>
        <dsp:cNvPr id="0" name=""/>
        <dsp:cNvSpPr/>
      </dsp:nvSpPr>
      <dsp:spPr>
        <a:xfrm rot="5400000">
          <a:off x="5042310" y="-1476156"/>
          <a:ext cx="582420" cy="6741076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/>
            <a:t>Множество агентов анализируют одну и ту же задачу независимо, затем вступают в </a:t>
          </a:r>
          <a:r>
            <a:rPr lang="ru-RU" sz="1100" kern="1200" dirty="0" err="1" smtClean="0"/>
            <a:t>многораундовую</a:t>
          </a:r>
          <a:r>
            <a:rPr lang="ru-RU" sz="1100" kern="1200" dirty="0" smtClean="0"/>
            <a:t> дискуссию, критикуя аргументы друг друга и обновляя свои позиции, пока не достигается консенсус через голосование</a:t>
          </a:r>
          <a:r>
            <a:rPr lang="ru-RU" sz="1100" kern="1200" smtClean="0"/>
            <a:t>. </a:t>
          </a:r>
          <a:endParaRPr lang="ru-RU" sz="1100" kern="1200" dirty="0"/>
        </a:p>
      </dsp:txBody>
      <dsp:txXfrm rot="-5400000">
        <a:off x="1962983" y="1631602"/>
        <a:ext cx="6712645" cy="525558"/>
      </dsp:txXfrm>
    </dsp:sp>
    <dsp:sp modelId="{F0A73721-17D5-4FE6-A126-9579991B63DB}">
      <dsp:nvSpPr>
        <dsp:cNvPr id="0" name=""/>
        <dsp:cNvSpPr/>
      </dsp:nvSpPr>
      <dsp:spPr>
        <a:xfrm>
          <a:off x="251" y="1530368"/>
          <a:ext cx="1962731" cy="7280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Круговая дискуссия</a:t>
          </a:r>
          <a:endParaRPr lang="ru-RU" sz="1800" kern="1200" dirty="0"/>
        </a:p>
      </dsp:txBody>
      <dsp:txXfrm>
        <a:off x="35790" y="1565907"/>
        <a:ext cx="1891653" cy="656948"/>
      </dsp:txXfrm>
    </dsp:sp>
    <dsp:sp modelId="{E2213D7F-E0FE-4CB2-85A4-26C38BA28AEB}">
      <dsp:nvSpPr>
        <dsp:cNvPr id="0" name=""/>
        <dsp:cNvSpPr/>
      </dsp:nvSpPr>
      <dsp:spPr>
        <a:xfrm rot="5400000">
          <a:off x="5083867" y="-669137"/>
          <a:ext cx="582420" cy="6655892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Иерархическая команда агентов, где супервайзеры управляют подчиненными агентами (или вложенными супервайзерами), образуя многоуровневую структуру. </a:t>
          </a:r>
          <a:endParaRPr lang="ru-RU" sz="1200" kern="1200" dirty="0"/>
        </a:p>
      </dsp:txBody>
      <dsp:txXfrm rot="-5400000">
        <a:off x="2047132" y="2396029"/>
        <a:ext cx="6627461" cy="525558"/>
      </dsp:txXfrm>
    </dsp:sp>
    <dsp:sp modelId="{9D3528C2-166E-49AD-83DF-8A8D5B6E1EBF}">
      <dsp:nvSpPr>
        <dsp:cNvPr id="0" name=""/>
        <dsp:cNvSpPr/>
      </dsp:nvSpPr>
      <dsp:spPr>
        <a:xfrm>
          <a:off x="251" y="2294796"/>
          <a:ext cx="2046880" cy="7280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Делегирование с иерархией</a:t>
          </a:r>
          <a:endParaRPr lang="ru-RU" sz="1800" kern="1200" dirty="0"/>
        </a:p>
      </dsp:txBody>
      <dsp:txXfrm>
        <a:off x="35790" y="2330335"/>
        <a:ext cx="1975802" cy="656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EEC66-6C8C-49BC-A162-BDB4AFE362F7}">
      <dsp:nvSpPr>
        <dsp:cNvPr id="0" name=""/>
        <dsp:cNvSpPr/>
      </dsp:nvSpPr>
      <dsp:spPr>
        <a:xfrm>
          <a:off x="0" y="11082"/>
          <a:ext cx="8705021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kern="1200" smtClean="0"/>
            <a:t>Две динамические базы памяти:</a:t>
          </a:r>
          <a:endParaRPr lang="ru-RU" sz="2100" kern="1200"/>
        </a:p>
      </dsp:txBody>
      <dsp:txXfrm>
        <a:off x="24588" y="35670"/>
        <a:ext cx="8655845" cy="454509"/>
      </dsp:txXfrm>
    </dsp:sp>
    <dsp:sp modelId="{194C6A55-80C0-4D07-B719-1F996691EFAD}">
      <dsp:nvSpPr>
        <dsp:cNvPr id="0" name=""/>
        <dsp:cNvSpPr/>
      </dsp:nvSpPr>
      <dsp:spPr>
        <a:xfrm>
          <a:off x="0" y="514767"/>
          <a:ext cx="8705021" cy="286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6384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ru-RU" sz="1600" b="1" kern="1200" dirty="0" smtClean="0"/>
            <a:t>Архив успешных случаев</a:t>
          </a:r>
          <a:r>
            <a:rPr lang="ru-RU" sz="1600" b="0" kern="1200" dirty="0" smtClean="0"/>
            <a:t> (внешняя база векторов): Это не просто текстовые </a:t>
          </a:r>
          <a:r>
            <a:rPr lang="ru-RU" sz="1600" b="0" kern="1200" dirty="0" err="1" smtClean="0"/>
            <a:t>логи</a:t>
          </a:r>
          <a:r>
            <a:rPr lang="ru-RU" sz="1600" b="0" kern="1200" dirty="0" smtClean="0"/>
            <a:t>. Успешный случай (правильно назначенное лечение) конвертируется в вектор через </a:t>
          </a:r>
          <a:r>
            <a:rPr lang="ru-RU" sz="1600" b="0" kern="1200" dirty="0" err="1" smtClean="0"/>
            <a:t>OpenAI</a:t>
          </a:r>
          <a:r>
            <a:rPr lang="ru-RU" sz="1600" b="0" kern="1200" dirty="0" smtClean="0"/>
            <a:t> text-embedding-ada-002 и отправляется в векторное хранилище. Когда новому пациенту нужен диагноз, система ищет в этом архиве самый "похожий" успешный случай и подставляет его врачу как подсказку.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ru-RU" sz="1600" b="1" kern="1200" dirty="0" smtClean="0"/>
            <a:t>"Опыт из ошибок" </a:t>
          </a:r>
          <a:r>
            <a:rPr lang="ru-RU" sz="1600" b="0" kern="1200" dirty="0" smtClean="0"/>
            <a:t>(База отрефлексированных принципов): При ошибке вызывается специальная LLM, которая получает три входа и генерирует универсальный принцип-урок типа: "Если у кашля есть признак X, то это не аллергия". Принцип тоже векторизуется и уходит в базу опыта.                                                                                                                                        В 2025 году метод развили до SEAL (</a:t>
          </a:r>
          <a:r>
            <a:rPr lang="ru-RU" sz="1600" b="0" kern="1200" dirty="0" err="1" smtClean="0"/>
            <a:t>Simulacrum-based</a:t>
          </a:r>
          <a:r>
            <a:rPr lang="ru-RU" sz="1600" b="0" kern="1200" dirty="0" smtClean="0"/>
            <a:t> </a:t>
          </a:r>
          <a:r>
            <a:rPr lang="ru-RU" sz="1600" b="0" kern="1200" dirty="0" err="1" smtClean="0"/>
            <a:t>Evolutionary</a:t>
          </a:r>
          <a:r>
            <a:rPr lang="ru-RU" sz="1600" b="0" kern="1200" dirty="0" smtClean="0"/>
            <a:t> </a:t>
          </a:r>
          <a:r>
            <a:rPr lang="ru-RU" sz="1600" b="0" kern="1200" dirty="0" err="1" smtClean="0"/>
            <a:t>Agent</a:t>
          </a:r>
          <a:r>
            <a:rPr lang="ru-RU" sz="1600" b="0" kern="1200" dirty="0" smtClean="0"/>
            <a:t> </a:t>
          </a:r>
          <a:r>
            <a:rPr lang="ru-RU" sz="1600" b="0" kern="1200" dirty="0" err="1" smtClean="0"/>
            <a:t>Learning</a:t>
          </a:r>
          <a:r>
            <a:rPr lang="ru-RU" sz="1600" b="0" kern="1200" dirty="0" smtClean="0"/>
            <a:t>), который автоматически синтезирует новые данные на основе результатов лечения от нескольких агентов, ускоряя прогресс.</a:t>
          </a:r>
          <a:endParaRPr lang="ru-RU" sz="1600" kern="1200" dirty="0"/>
        </a:p>
      </dsp:txBody>
      <dsp:txXfrm>
        <a:off x="0" y="514767"/>
        <a:ext cx="8705021" cy="2869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E57AF-17F8-4074-B199-13EDC5C91164}" type="datetimeFigureOut">
              <a:rPr lang="ru-RU" smtClean="0"/>
              <a:pPr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D7599-D370-4ABF-BD0A-1BED5BC5FDB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1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3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323247" y="833064"/>
            <a:ext cx="8705021" cy="58655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E707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2363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53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402579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40391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406C7-4D28-40E2-A2CB-00F1FE68E05F}" type="datetime1">
              <a:rPr lang="ru-RU" smtClean="0"/>
              <a:pPr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19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0" r:id="rId3"/>
    <p:sldLayoutId id="214748366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8102" y="1347614"/>
            <a:ext cx="8207796" cy="1910035"/>
          </a:xfrm>
        </p:spPr>
        <p:txBody>
          <a:bodyPr>
            <a:noAutofit/>
          </a:bodyPr>
          <a:lstStyle/>
          <a:p>
            <a:r>
              <a:rPr lang="ru-RU" sz="2800" dirty="0" err="1">
                <a:solidFill>
                  <a:schemeClr val="tx1"/>
                </a:solidFill>
              </a:rPr>
              <a:t>Агентный</a:t>
            </a:r>
            <a:r>
              <a:rPr lang="ru-RU" sz="2800" dirty="0">
                <a:solidFill>
                  <a:schemeClr val="tx1"/>
                </a:solidFill>
              </a:rPr>
              <a:t> ИИ (</a:t>
            </a:r>
            <a:r>
              <a:rPr lang="ru-RU" sz="2800" dirty="0" err="1">
                <a:solidFill>
                  <a:schemeClr val="tx1"/>
                </a:solidFill>
              </a:rPr>
              <a:t>Agentic</a:t>
            </a:r>
            <a:r>
              <a:rPr lang="ru-RU" sz="2800" dirty="0">
                <a:solidFill>
                  <a:schemeClr val="tx1"/>
                </a:solidFill>
              </a:rPr>
              <a:t> AI): автономные системы и </a:t>
            </a:r>
            <a:r>
              <a:rPr lang="ru-RU" sz="2800" dirty="0" err="1">
                <a:solidFill>
                  <a:schemeClr val="tx1"/>
                </a:solidFill>
              </a:rPr>
              <a:t>мультиагентные</a:t>
            </a:r>
            <a:r>
              <a:rPr lang="ru-RU" sz="2800" dirty="0">
                <a:solidFill>
                  <a:schemeClr val="tx1"/>
                </a:solidFill>
              </a:rPr>
              <a:t> архитектуры для автоматизации </a:t>
            </a:r>
            <a:r>
              <a:rPr lang="ru-RU" sz="2800" dirty="0" smtClean="0">
                <a:solidFill>
                  <a:schemeClr val="tx1"/>
                </a:solidFill>
              </a:rPr>
              <a:t>сложных систем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64DE7-C516-4072-87E8-0ECD4E1DB7FF}"/>
              </a:ext>
            </a:extLst>
          </p:cNvPr>
          <p:cNvSpPr txBox="1"/>
          <p:nvPr/>
        </p:nvSpPr>
        <p:spPr>
          <a:xfrm>
            <a:off x="6948264" y="3435846"/>
            <a:ext cx="20162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Выполнил</a:t>
            </a:r>
            <a:r>
              <a:rPr lang="ru-RU" sz="2000" dirty="0"/>
              <a:t>а</a:t>
            </a:r>
            <a:r>
              <a:rPr lang="ru-RU" sz="2000" dirty="0" smtClean="0"/>
              <a:t>:</a:t>
            </a:r>
            <a:endParaRPr lang="ru-RU" sz="2000" dirty="0"/>
          </a:p>
          <a:p>
            <a:r>
              <a:rPr lang="ru-RU" sz="2000" dirty="0" smtClean="0"/>
              <a:t>Михайлова Е.Д.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 smtClean="0"/>
              <a:t> 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28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79513" y="782044"/>
            <a:ext cx="8848756" cy="3795438"/>
          </a:xfrm>
        </p:spPr>
        <p:txBody>
          <a:bodyPr>
            <a:noAutofit/>
          </a:bodyPr>
          <a:lstStyle/>
          <a:p>
            <a:r>
              <a:rPr lang="ru-RU" sz="1200" dirty="0" smtClean="0"/>
              <a:t>Агент — это LLM-модель, которая работает в цикле:</a:t>
            </a:r>
          </a:p>
          <a:p>
            <a:r>
              <a:rPr lang="ru-RU" sz="1200" b="1" dirty="0" smtClean="0"/>
              <a:t>Восприятие  →  Рассуждение  →  Действие  →  Наблюдение  → Снова рассуждение</a:t>
            </a:r>
            <a:endParaRPr lang="ru-RU" sz="1100" dirty="0" smtClean="0"/>
          </a:p>
          <a:p>
            <a:r>
              <a:rPr lang="ru-RU" sz="1400" dirty="0" smtClean="0"/>
              <a:t>Современные агенты (</a:t>
            </a:r>
            <a:r>
              <a:rPr lang="ru-RU" sz="1400" dirty="0" err="1" smtClean="0"/>
              <a:t>AutoGPT</a:t>
            </a:r>
            <a:r>
              <a:rPr lang="ru-RU" sz="1400" dirty="0" smtClean="0"/>
              <a:t>, </a:t>
            </a:r>
            <a:r>
              <a:rPr lang="ru-RU" sz="1400" dirty="0" err="1" smtClean="0"/>
              <a:t>BabyAGI</a:t>
            </a:r>
            <a:r>
              <a:rPr lang="ru-RU" sz="1400" dirty="0" smtClean="0"/>
              <a:t>, </a:t>
            </a:r>
            <a:r>
              <a:rPr lang="ru-RU" sz="1400" dirty="0" err="1" smtClean="0"/>
              <a:t>LangGraph</a:t>
            </a:r>
            <a:r>
              <a:rPr lang="ru-RU" sz="1400" dirty="0" smtClean="0"/>
              <a:t> </a:t>
            </a:r>
            <a:r>
              <a:rPr lang="ru-RU" sz="1400" dirty="0" err="1" smtClean="0"/>
              <a:t>agents</a:t>
            </a:r>
            <a:r>
              <a:rPr lang="ru-RU" sz="1400" dirty="0" smtClean="0"/>
              <a:t>) реализуют один из трёх базовых архитектурных шаблонов</a:t>
            </a:r>
            <a:endParaRPr lang="ru-RU" sz="1400" dirty="0" smtClean="0"/>
          </a:p>
          <a:p>
            <a:endParaRPr lang="ru-RU" sz="14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endParaRPr lang="ru-RU" sz="1100" dirty="0" smtClean="0"/>
          </a:p>
          <a:p>
            <a:r>
              <a:rPr lang="ru-RU" sz="1100" dirty="0" smtClean="0">
                <a:solidFill>
                  <a:schemeClr val="accent1"/>
                </a:solidFill>
              </a:rPr>
              <a:t>Статья «</a:t>
            </a:r>
            <a:r>
              <a:rPr lang="en-US" sz="1100" dirty="0" smtClean="0">
                <a:solidFill>
                  <a:schemeClr val="accent1"/>
                </a:solidFill>
              </a:rPr>
              <a:t>A </a:t>
            </a:r>
            <a:r>
              <a:rPr lang="en-US" sz="1100" dirty="0">
                <a:solidFill>
                  <a:schemeClr val="accent1"/>
                </a:solidFill>
              </a:rPr>
              <a:t>Dynamic LLM-Powered Agent Network for Task-Oriented Agent </a:t>
            </a:r>
            <a:r>
              <a:rPr lang="en-US" sz="1100" dirty="0" smtClean="0">
                <a:solidFill>
                  <a:schemeClr val="accent1"/>
                </a:solidFill>
              </a:rPr>
              <a:t>Collaboration</a:t>
            </a:r>
            <a:r>
              <a:rPr lang="ru-RU" sz="1100" dirty="0" smtClean="0">
                <a:solidFill>
                  <a:schemeClr val="accent1"/>
                </a:solidFill>
              </a:rPr>
              <a:t>» </a:t>
            </a:r>
            <a:r>
              <a:rPr lang="en-US" sz="1100" dirty="0" err="1" smtClean="0">
                <a:solidFill>
                  <a:schemeClr val="accent1"/>
                </a:solidFill>
              </a:rPr>
              <a:t>Zijun</a:t>
            </a:r>
            <a:r>
              <a:rPr lang="en-US" sz="1100" dirty="0" smtClean="0">
                <a:solidFill>
                  <a:schemeClr val="accent1"/>
                </a:solidFill>
              </a:rPr>
              <a:t> </a:t>
            </a:r>
            <a:r>
              <a:rPr lang="en-US" sz="1100" dirty="0">
                <a:solidFill>
                  <a:schemeClr val="accent1"/>
                </a:solidFill>
              </a:rPr>
              <a:t>Liu, </a:t>
            </a:r>
            <a:r>
              <a:rPr lang="en-US" sz="1100" dirty="0" err="1">
                <a:solidFill>
                  <a:schemeClr val="accent1"/>
                </a:solidFill>
              </a:rPr>
              <a:t>Yanzhe</a:t>
            </a:r>
            <a:r>
              <a:rPr lang="en-US" sz="1100" dirty="0">
                <a:solidFill>
                  <a:schemeClr val="accent1"/>
                </a:solidFill>
              </a:rPr>
              <a:t> Zhang, Peng Li, Yang Liu, </a:t>
            </a:r>
            <a:r>
              <a:rPr lang="en-US" sz="1100" dirty="0" err="1">
                <a:solidFill>
                  <a:schemeClr val="accent1"/>
                </a:solidFill>
              </a:rPr>
              <a:t>Diyi</a:t>
            </a: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1100" dirty="0" smtClean="0">
                <a:solidFill>
                  <a:schemeClr val="accent1"/>
                </a:solidFill>
              </a:rPr>
              <a:t>Yang</a:t>
            </a:r>
            <a:endParaRPr lang="ru-RU" sz="1100" dirty="0" smtClean="0">
              <a:solidFill>
                <a:schemeClr val="accent1"/>
              </a:solidFill>
            </a:endParaRPr>
          </a:p>
          <a:p>
            <a:endParaRPr lang="ru-RU" sz="1100" dirty="0" smtClean="0">
              <a:solidFill>
                <a:schemeClr val="accent1"/>
              </a:solidFill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ru-RU" sz="1200" b="1" dirty="0" err="1" smtClean="0"/>
              <a:t>ReAct</a:t>
            </a:r>
            <a:r>
              <a:rPr lang="ru-RU" sz="1200" b="1" dirty="0" smtClean="0"/>
              <a:t> (</a:t>
            </a:r>
            <a:r>
              <a:rPr lang="ru-RU" sz="1200" b="1" dirty="0" err="1" smtClean="0"/>
              <a:t>Reason</a:t>
            </a:r>
            <a:r>
              <a:rPr lang="ru-RU" sz="1200" b="1" dirty="0" smtClean="0"/>
              <a:t> + </a:t>
            </a:r>
            <a:r>
              <a:rPr lang="ru-RU" sz="1200" b="1" dirty="0" err="1" smtClean="0"/>
              <a:t>Act</a:t>
            </a:r>
            <a:r>
              <a:rPr lang="ru-RU" sz="1200" b="1" dirty="0" smtClean="0"/>
              <a:t>)</a:t>
            </a:r>
            <a:r>
              <a:rPr lang="ru-RU" sz="1200" dirty="0" smtClean="0"/>
              <a:t>: </a:t>
            </a:r>
            <a:r>
              <a:rPr lang="ru-RU" sz="1200" dirty="0" smtClean="0"/>
              <a:t>В производственной среде он реализуется через </a:t>
            </a:r>
            <a:r>
              <a:rPr lang="ru-RU" sz="1200" b="1" dirty="0" smtClean="0"/>
              <a:t>управляемый </a:t>
            </a:r>
            <a:r>
              <a:rPr lang="ru-RU" sz="1200" b="1" dirty="0" err="1" smtClean="0"/>
              <a:t>while</a:t>
            </a:r>
            <a:r>
              <a:rPr lang="ru-RU" sz="1200" b="1" dirty="0" smtClean="0"/>
              <a:t>-цикл</a:t>
            </a:r>
            <a:r>
              <a:rPr lang="ru-RU" sz="1200" dirty="0" smtClean="0"/>
              <a:t>, где каждая итерация включает LLM-вызов. В отличие от обычного чат-бота, где LLM вызывается один раз, </a:t>
            </a:r>
            <a:r>
              <a:rPr lang="ru-RU" sz="1200" dirty="0" err="1" smtClean="0"/>
              <a:t>ReAct</a:t>
            </a:r>
            <a:r>
              <a:rPr lang="ru-RU" sz="1200" dirty="0" smtClean="0"/>
              <a:t>-агент вызывает модель многократно, пока не достигнет цели</a:t>
            </a:r>
          </a:p>
          <a:p>
            <a:pPr>
              <a:lnSpc>
                <a:spcPct val="120000"/>
              </a:lnSpc>
            </a:pPr>
            <a:endParaRPr lang="ru-RU" sz="1200" dirty="0" smtClean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endParaRPr lang="ru-RU" sz="8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8" y="112987"/>
            <a:ext cx="8705021" cy="586557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агентный</a:t>
            </a:r>
            <a:r>
              <a:rPr lang="ru-RU" dirty="0"/>
              <a:t> ИИ? Отличие от обычного LLM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707654"/>
            <a:ext cx="8332743" cy="165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8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79513" y="915566"/>
            <a:ext cx="8848756" cy="36619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b="1" dirty="0" smtClean="0"/>
              <a:t>2) </a:t>
            </a:r>
            <a:r>
              <a:rPr lang="ru-RU" sz="1400" b="1" dirty="0" err="1" smtClean="0"/>
              <a:t>Plan-and-Solve</a:t>
            </a:r>
            <a:r>
              <a:rPr lang="ru-RU" sz="1400" dirty="0" smtClean="0"/>
              <a:t>: этот паттерн </a:t>
            </a:r>
            <a:r>
              <a:rPr lang="ru-RU" sz="1400" b="1" dirty="0" smtClean="0"/>
              <a:t>разделяет этапы планирования и выполнения</a:t>
            </a:r>
            <a:r>
              <a:rPr lang="ru-RU" sz="1400" dirty="0" smtClean="0"/>
              <a:t>. Сначала составляется детальный план, затем он пошагово выполняется. Архитектура состоит из двух ключевых компонентов:</a:t>
            </a:r>
          </a:p>
          <a:p>
            <a:pPr>
              <a:lnSpc>
                <a:spcPct val="120000"/>
              </a:lnSpc>
            </a:pPr>
            <a:r>
              <a:rPr lang="ru-RU" sz="1200" b="1" u="sng" dirty="0" err="1" smtClean="0"/>
              <a:t>PlannerAgent</a:t>
            </a:r>
            <a:r>
              <a:rPr lang="ru-RU" sz="1200" b="1" u="sng" dirty="0" smtClean="0"/>
              <a:t>:</a:t>
            </a:r>
            <a:endParaRPr lang="ru-RU" sz="1200" b="1" u="sng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Анализирует сложный запрос пользователя</a:t>
            </a:r>
            <a:r>
              <a:rPr lang="ru-RU" sz="1200" dirty="0" smtClean="0"/>
              <a:t>.</a:t>
            </a:r>
            <a:endParaRPr lang="ru-RU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Декомпозирует его в структурированную последовательность исполнимых шагов (</a:t>
            </a:r>
            <a:r>
              <a:rPr lang="ru-RU" sz="1200" dirty="0" err="1"/>
              <a:t>PlanStep</a:t>
            </a:r>
            <a:r>
              <a:rPr lang="ru-RU" sz="1200" dirty="0" smtClean="0"/>
              <a:t>).</a:t>
            </a:r>
            <a:endParaRPr lang="ru-RU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Выдает план в JSON, где каждый шаг содержит: </a:t>
            </a:r>
            <a:r>
              <a:rPr lang="ru-RU" sz="1200" dirty="0" err="1"/>
              <a:t>id</a:t>
            </a:r>
            <a:r>
              <a:rPr lang="ru-RU" sz="1200" dirty="0"/>
              <a:t> (порядковый номер), </a:t>
            </a:r>
            <a:r>
              <a:rPr lang="ru-RU" sz="1200" dirty="0" err="1"/>
              <a:t>description</a:t>
            </a:r>
            <a:r>
              <a:rPr lang="ru-RU" sz="1200" dirty="0"/>
              <a:t> (человеко-читаемое описание), </a:t>
            </a:r>
            <a:r>
              <a:rPr lang="ru-RU" sz="1200" dirty="0" err="1"/>
              <a:t>tool_name</a:t>
            </a:r>
            <a:r>
              <a:rPr lang="ru-RU" sz="1200" dirty="0"/>
              <a:t> (какой инструмент), </a:t>
            </a:r>
            <a:r>
              <a:rPr lang="ru-RU" sz="1200" dirty="0" err="1"/>
              <a:t>tool_args</a:t>
            </a:r>
            <a:r>
              <a:rPr lang="ru-RU" sz="1200" dirty="0"/>
              <a:t>, </a:t>
            </a:r>
            <a:r>
              <a:rPr lang="ru-RU" sz="1200" dirty="0" err="1"/>
              <a:t>depends_on</a:t>
            </a:r>
            <a:r>
              <a:rPr lang="ru-RU" sz="1200" dirty="0"/>
              <a:t> (какие шаги должны быть выполнены до этого). При необходимости можно выполнить повторное планирование (</a:t>
            </a:r>
            <a:r>
              <a:rPr lang="ru-RU" sz="1200" dirty="0" err="1"/>
              <a:t>replan</a:t>
            </a:r>
            <a:r>
              <a:rPr lang="ru-RU" sz="1200" dirty="0"/>
              <a:t>) — заново вызвать LLM с контекстом предыдущих результатов и контекстом ошибки</a:t>
            </a:r>
            <a:r>
              <a:rPr lang="ru-RU" sz="1200" dirty="0" smtClean="0"/>
              <a:t>.</a:t>
            </a:r>
            <a:endParaRPr lang="ru-RU" sz="1200" dirty="0"/>
          </a:p>
          <a:p>
            <a:pPr>
              <a:lnSpc>
                <a:spcPct val="120000"/>
              </a:lnSpc>
            </a:pPr>
            <a:r>
              <a:rPr lang="ru-RU" sz="1200" b="1" u="sng" dirty="0" err="1"/>
              <a:t>TaskExecutor</a:t>
            </a:r>
            <a:r>
              <a:rPr lang="ru-RU" sz="1200" b="1" u="sng" dirty="0" smtClean="0"/>
              <a:t>:</a:t>
            </a:r>
            <a:endParaRPr lang="ru-RU" sz="1200" b="1" u="sng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Принимает список </a:t>
            </a:r>
            <a:r>
              <a:rPr lang="ru-RU" sz="1200" dirty="0" err="1"/>
              <a:t>PlanStep</a:t>
            </a:r>
            <a:r>
              <a:rPr lang="ru-RU" sz="1200" dirty="0"/>
              <a:t> с LLM</a:t>
            </a:r>
            <a:r>
              <a:rPr lang="ru-RU" sz="1200" dirty="0" smtClean="0"/>
              <a:t>.</a:t>
            </a:r>
            <a:endParaRPr lang="ru-RU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Пошагово выполняет: шаг 1 → шаг 2 → ... → шаг N</a:t>
            </a:r>
            <a:r>
              <a:rPr lang="ru-RU" sz="1200" dirty="0" smtClean="0"/>
              <a:t>.</a:t>
            </a:r>
            <a:endParaRPr lang="ru-RU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Каждый шаг — вызов инструмента или вызов LLM</a:t>
            </a:r>
            <a:r>
              <a:rPr lang="ru-RU" sz="1200" dirty="0" smtClean="0"/>
              <a:t>.</a:t>
            </a:r>
            <a:endParaRPr lang="ru-RU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Отслеживает выполнение и может обработать ошибку на любом шаге.</a:t>
            </a:r>
            <a:endParaRPr lang="ru-RU" sz="1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агентный</a:t>
            </a:r>
            <a:r>
              <a:rPr lang="ru-RU" dirty="0"/>
              <a:t> ИИ? Отличие от обычного LLM</a:t>
            </a:r>
          </a:p>
        </p:txBody>
      </p:sp>
    </p:spTree>
    <p:extLst>
      <p:ext uri="{BB962C8B-B14F-4D97-AF65-F5344CB8AC3E}">
        <p14:creationId xmlns:p14="http://schemas.microsoft.com/office/powerpoint/2010/main" val="404231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79512" y="782043"/>
            <a:ext cx="8848756" cy="36619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b="1" dirty="0" smtClean="0"/>
              <a:t>3) </a:t>
            </a:r>
            <a:r>
              <a:rPr lang="en-US" sz="1400" b="1" dirty="0" err="1" smtClean="0"/>
              <a:t>Reflexion</a:t>
            </a:r>
            <a:r>
              <a:rPr lang="en-US" sz="1400" b="1" dirty="0" smtClean="0"/>
              <a:t> </a:t>
            </a:r>
            <a:r>
              <a:rPr lang="ru-RU" sz="1400" b="1" dirty="0"/>
              <a:t>состоит из трех специализированных под-агентов (</a:t>
            </a:r>
            <a:r>
              <a:rPr lang="en-US" sz="1400" b="1" dirty="0"/>
              <a:t>Actor, Evaluator, Reflector) </a:t>
            </a:r>
            <a:r>
              <a:rPr lang="ru-RU" sz="1400" b="1" dirty="0"/>
              <a:t>и компонента памяти</a:t>
            </a:r>
            <a:r>
              <a:rPr lang="ru-RU" sz="1400" b="1" dirty="0" smtClean="0"/>
              <a:t>.</a:t>
            </a:r>
            <a:endParaRPr lang="ru-RU" sz="1400" b="1" dirty="0"/>
          </a:p>
          <a:p>
            <a:pPr>
              <a:lnSpc>
                <a:spcPct val="120000"/>
              </a:lnSpc>
            </a:pPr>
            <a:r>
              <a:rPr lang="en-US" sz="1200" b="1" dirty="0"/>
              <a:t>Actor (</a:t>
            </a:r>
            <a:r>
              <a:rPr lang="ru-RU" sz="1200" b="1" dirty="0"/>
              <a:t>Исполнитель</a:t>
            </a:r>
            <a:r>
              <a:rPr lang="ru-RU" sz="1200" b="1" dirty="0" smtClean="0"/>
              <a:t>):</a:t>
            </a:r>
            <a:endParaRPr lang="ru-RU" sz="1200" b="1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Генерирует действия в среде (</a:t>
            </a:r>
            <a:r>
              <a:rPr lang="en-US" sz="1200" dirty="0" err="1"/>
              <a:t>CoT</a:t>
            </a:r>
            <a:r>
              <a:rPr lang="en-US" sz="1200" dirty="0"/>
              <a:t> </a:t>
            </a:r>
            <a:r>
              <a:rPr lang="ru-RU" sz="1200" dirty="0"/>
              <a:t>или </a:t>
            </a:r>
            <a:r>
              <a:rPr lang="en-US" sz="1200" dirty="0" err="1"/>
              <a:t>ReAct</a:t>
            </a:r>
            <a:r>
              <a:rPr lang="en-US" sz="1200" dirty="0"/>
              <a:t>-</a:t>
            </a:r>
            <a:r>
              <a:rPr lang="ru-RU" sz="1200" dirty="0"/>
              <a:t>агент</a:t>
            </a:r>
            <a:r>
              <a:rPr lang="ru-RU" sz="1200" dirty="0" smtClean="0"/>
              <a:t>).</a:t>
            </a:r>
            <a:endParaRPr lang="ru-RU" sz="1200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Получает на вход: задачу + историю предыдущих рефлексий из памяти</a:t>
            </a:r>
            <a:r>
              <a:rPr lang="ru-RU" sz="1200" dirty="0" smtClean="0"/>
              <a:t>.</a:t>
            </a:r>
            <a:endParaRPr lang="ru-RU" sz="1200" dirty="0"/>
          </a:p>
          <a:p>
            <a:pPr>
              <a:lnSpc>
                <a:spcPct val="120000"/>
              </a:lnSpc>
            </a:pPr>
            <a:r>
              <a:rPr lang="en-US" sz="1200" b="1" dirty="0"/>
              <a:t>Evaluator (</a:t>
            </a:r>
            <a:r>
              <a:rPr lang="ru-RU" sz="1200" b="1" dirty="0"/>
              <a:t>Оценщик</a:t>
            </a:r>
            <a:r>
              <a:rPr lang="ru-RU" sz="1200" b="1" dirty="0" smtClean="0"/>
              <a:t>):</a:t>
            </a:r>
            <a:endParaRPr lang="ru-RU" sz="1200" b="1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Оценивает результат </a:t>
            </a:r>
            <a:r>
              <a:rPr lang="en-US" sz="1200" dirty="0"/>
              <a:t>Actor</a:t>
            </a:r>
            <a:r>
              <a:rPr lang="en-US" sz="1200" dirty="0" smtClean="0"/>
              <a:t>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Выдает </a:t>
            </a:r>
            <a:r>
              <a:rPr lang="en-US" sz="1200" dirty="0"/>
              <a:t>score (0–1) </a:t>
            </a:r>
            <a:r>
              <a:rPr lang="ru-RU" sz="1200" dirty="0"/>
              <a:t>и детальную </a:t>
            </a:r>
            <a:r>
              <a:rPr lang="ru-RU" sz="1200" dirty="0" smtClean="0"/>
              <a:t>оценку.</a:t>
            </a:r>
            <a:endParaRPr lang="en-US" sz="1200" dirty="0"/>
          </a:p>
          <a:p>
            <a:pPr algn="just">
              <a:lnSpc>
                <a:spcPct val="120000"/>
              </a:lnSpc>
            </a:pPr>
            <a:r>
              <a:rPr lang="en-US" sz="1200" b="1" dirty="0"/>
              <a:t>Self-Reflection Model (</a:t>
            </a:r>
            <a:r>
              <a:rPr lang="ru-RU" sz="1200" b="1" dirty="0"/>
              <a:t>Рефлектор</a:t>
            </a:r>
            <a:r>
              <a:rPr lang="ru-RU" sz="1200" b="1" dirty="0" smtClean="0"/>
              <a:t>):</a:t>
            </a:r>
            <a:endParaRPr lang="ru-RU" sz="1200" b="1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LLM </a:t>
            </a:r>
            <a:r>
              <a:rPr lang="ru-RU" sz="1200" dirty="0"/>
              <a:t>анализирует: задачу → ответ </a:t>
            </a:r>
            <a:r>
              <a:rPr lang="en-US" sz="1200" dirty="0"/>
              <a:t>Actor → </a:t>
            </a:r>
            <a:r>
              <a:rPr lang="ru-RU" sz="1200" dirty="0"/>
              <a:t>оценку </a:t>
            </a:r>
            <a:r>
              <a:rPr lang="en-US" sz="1200" dirty="0"/>
              <a:t>Evaluator</a:t>
            </a:r>
            <a:r>
              <a:rPr lang="en-US" sz="1200" dirty="0" smtClean="0"/>
              <a:t>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Генерирует конкретное улучшение </a:t>
            </a:r>
            <a:r>
              <a:rPr lang="ru-RU" sz="1200" dirty="0" smtClean="0"/>
              <a:t>в </a:t>
            </a:r>
            <a:r>
              <a:rPr lang="ru-RU" sz="1200" dirty="0"/>
              <a:t>виде текста</a:t>
            </a:r>
            <a:r>
              <a:rPr lang="ru-RU" sz="1200" dirty="0" smtClean="0"/>
              <a:t>.</a:t>
            </a:r>
            <a:endParaRPr lang="ru-RU" sz="1200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Сохраняет </a:t>
            </a:r>
            <a:r>
              <a:rPr lang="en-US" sz="1200" dirty="0"/>
              <a:t>feedback </a:t>
            </a:r>
            <a:r>
              <a:rPr lang="ru-RU" sz="1200" dirty="0"/>
              <a:t>в долговременную память</a:t>
            </a:r>
            <a:r>
              <a:rPr lang="ru-RU" sz="1200" dirty="0" smtClean="0"/>
              <a:t>.</a:t>
            </a:r>
            <a:endParaRPr lang="ru-RU" sz="1200" dirty="0"/>
          </a:p>
          <a:p>
            <a:pPr>
              <a:lnSpc>
                <a:spcPct val="120000"/>
              </a:lnSpc>
            </a:pPr>
            <a:r>
              <a:rPr lang="en-US" sz="1200" b="1" dirty="0"/>
              <a:t>Episodic Memory (</a:t>
            </a:r>
            <a:r>
              <a:rPr lang="ru-RU" sz="1200" b="1" dirty="0"/>
              <a:t>Память эпизодов</a:t>
            </a:r>
            <a:r>
              <a:rPr lang="ru-RU" sz="1200" b="1" dirty="0" smtClean="0"/>
              <a:t>):</a:t>
            </a:r>
            <a:endParaRPr lang="ru-RU" sz="1200" b="1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Хранит все прошлые рефлексии</a:t>
            </a:r>
            <a:r>
              <a:rPr lang="ru-RU" sz="1200" dirty="0" smtClean="0"/>
              <a:t>.</a:t>
            </a:r>
            <a:endParaRPr lang="ru-RU" sz="1200" dirty="0"/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ru-RU" sz="1200" dirty="0"/>
              <a:t>Для каждого нового шага </a:t>
            </a:r>
            <a:r>
              <a:rPr lang="en-US" sz="1200" dirty="0"/>
              <a:t>Actor </a:t>
            </a:r>
            <a:r>
              <a:rPr lang="ru-RU" sz="1200" dirty="0"/>
              <a:t>извлекает релевантные рефлексии.</a:t>
            </a:r>
            <a:endParaRPr lang="ru-RU" sz="1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агентный</a:t>
            </a:r>
            <a:r>
              <a:rPr lang="ru-RU" dirty="0"/>
              <a:t> ИИ? Отличие от обычного LLM</a:t>
            </a:r>
          </a:p>
        </p:txBody>
      </p:sp>
    </p:spTree>
    <p:extLst>
      <p:ext uri="{BB962C8B-B14F-4D97-AF65-F5344CB8AC3E}">
        <p14:creationId xmlns:p14="http://schemas.microsoft.com/office/powerpoint/2010/main" val="328710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247" y="782044"/>
            <a:ext cx="8705021" cy="3795438"/>
          </a:xfrm>
        </p:spPr>
        <p:txBody>
          <a:bodyPr>
            <a:noAutofit/>
          </a:bodyPr>
          <a:lstStyle/>
          <a:p>
            <a:r>
              <a:rPr lang="ru-RU" sz="1400" b="1" dirty="0" smtClean="0"/>
              <a:t>Это </a:t>
            </a:r>
            <a:r>
              <a:rPr lang="ru-RU" sz="1400" dirty="0" smtClean="0"/>
              <a:t>агент </a:t>
            </a:r>
            <a:r>
              <a:rPr lang="ru-RU" sz="1400" dirty="0"/>
              <a:t>(или </a:t>
            </a:r>
            <a:r>
              <a:rPr lang="ru-RU" sz="1400" dirty="0" err="1"/>
              <a:t>мультиагентная</a:t>
            </a:r>
            <a:r>
              <a:rPr lang="ru-RU" sz="1400" dirty="0"/>
              <a:t> среда), который работает </a:t>
            </a:r>
            <a:r>
              <a:rPr lang="ru-RU" sz="1400" b="1" dirty="0" smtClean="0"/>
              <a:t>непрерывно</a:t>
            </a:r>
            <a:r>
              <a:rPr lang="en-US" sz="1400" b="1" dirty="0" smtClean="0"/>
              <a:t>, </a:t>
            </a:r>
            <a:r>
              <a:rPr lang="ru-RU" sz="1400" dirty="0" smtClean="0"/>
              <a:t>сам </a:t>
            </a:r>
            <a:r>
              <a:rPr lang="ru-RU" sz="1400" dirty="0"/>
              <a:t>определяет, когда и какие задачи решать, и стремится к долгосрочным целям без постоянного надзора. Она может </a:t>
            </a:r>
            <a:r>
              <a:rPr lang="ru-RU" sz="1400" b="1" dirty="0"/>
              <a:t>инициировать действия</a:t>
            </a:r>
            <a:r>
              <a:rPr lang="ru-RU" sz="1400" dirty="0"/>
              <a:t> без внешнего триггера, </a:t>
            </a:r>
            <a:r>
              <a:rPr lang="ru-RU" sz="1400" b="1" dirty="0"/>
              <a:t>адаптироваться</a:t>
            </a:r>
            <a:r>
              <a:rPr lang="ru-RU" sz="1400" dirty="0"/>
              <a:t> к изменению среды и </a:t>
            </a:r>
            <a:r>
              <a:rPr lang="ru-RU" sz="1400" b="1" dirty="0" err="1"/>
              <a:t>самовосстанавливаться</a:t>
            </a:r>
            <a:r>
              <a:rPr lang="ru-RU" sz="1400" dirty="0"/>
              <a:t> после сбоев.</a:t>
            </a:r>
            <a:endParaRPr lang="en-US" sz="14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fontAlgn="base"/>
            <a:endParaRPr lang="ru-RU" sz="1600" dirty="0" smtClean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Где это уже работает?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IT-мониторинг и </a:t>
            </a:r>
            <a:r>
              <a:rPr lang="ru-RU" sz="1600" dirty="0" err="1">
                <a:solidFill>
                  <a:schemeClr val="tx1"/>
                </a:solidFill>
              </a:rPr>
              <a:t>DevOps</a:t>
            </a:r>
            <a:r>
              <a:rPr lang="ru-RU" sz="1600" dirty="0">
                <a:solidFill>
                  <a:schemeClr val="tx1"/>
                </a:solidFill>
              </a:rPr>
              <a:t>. 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ru-RU" sz="1600" dirty="0" smtClean="0">
                <a:solidFill>
                  <a:schemeClr val="tx1"/>
                </a:solidFill>
              </a:rPr>
              <a:t>Клиентский </a:t>
            </a:r>
            <a:r>
              <a:rPr lang="ru-RU" sz="1600" dirty="0">
                <a:solidFill>
                  <a:schemeClr val="tx1"/>
                </a:solidFill>
              </a:rPr>
              <a:t>сервис второго уровня. 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ru-RU" sz="1600" dirty="0" smtClean="0">
                <a:solidFill>
                  <a:schemeClr val="tx1"/>
                </a:solidFill>
              </a:rPr>
              <a:t>Научные </a:t>
            </a:r>
            <a:r>
              <a:rPr lang="ru-RU" sz="1600" dirty="0">
                <a:solidFill>
                  <a:schemeClr val="tx1"/>
                </a:solidFill>
              </a:rPr>
              <a:t>эксперименты.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Автономные системы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19716"/>
              </p:ext>
            </p:extLst>
          </p:nvPr>
        </p:nvGraphicFramePr>
        <p:xfrm>
          <a:off x="323247" y="1530610"/>
          <a:ext cx="8632734" cy="33261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8193">
                  <a:extLst>
                    <a:ext uri="{9D8B030D-6E8A-4147-A177-3AD203B41FA5}">
                      <a16:colId xmlns:a16="http://schemas.microsoft.com/office/drawing/2014/main" val="1766186204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952034145"/>
                    </a:ext>
                  </a:extLst>
                </a:gridCol>
                <a:gridCol w="3520165">
                  <a:extLst>
                    <a:ext uri="{9D8B030D-6E8A-4147-A177-3AD203B41FA5}">
                      <a16:colId xmlns:a16="http://schemas.microsoft.com/office/drawing/2014/main" val="1389067602"/>
                    </a:ext>
                  </a:extLst>
                </a:gridCol>
              </a:tblGrid>
              <a:tr h="238182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Критерий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Обычный </a:t>
                      </a:r>
                      <a:r>
                        <a:rPr lang="ru-RU" sz="1000" dirty="0" smtClean="0">
                          <a:effectLst/>
                        </a:rPr>
                        <a:t>агент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Автономная система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386893863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Инициатива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Реагирует на запрос пользователя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Может инициировать действия </a:t>
                      </a:r>
                      <a:r>
                        <a:rPr lang="ru-RU" sz="1000" dirty="0" smtClean="0">
                          <a:effectLst/>
                        </a:rPr>
                        <a:t>самостоятельно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61081004"/>
                  </a:ext>
                </a:extLst>
              </a:tr>
              <a:tr h="28831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Длительность работы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Одна сессия (минуты, часы)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Непрерывная работа (дни, месяцы, годы)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32980802"/>
                  </a:ext>
                </a:extLst>
              </a:tr>
              <a:tr h="28831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Целеполагание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Получает чёткую подцель от пользователя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 smtClean="0">
                          <a:effectLst/>
                        </a:rPr>
                        <a:t>Может</a:t>
                      </a:r>
                      <a:r>
                        <a:rPr lang="ru-RU" sz="1000" baseline="0" dirty="0" smtClean="0">
                          <a:effectLst/>
                        </a:rPr>
                        <a:t> последовательно разделять сложные задачи 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18332399"/>
                  </a:ext>
                </a:extLst>
              </a:tr>
              <a:tr h="34644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Планирование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Часто одноразовое (</a:t>
                      </a:r>
                      <a:r>
                        <a:rPr lang="en-US" sz="1000" dirty="0" err="1">
                          <a:effectLst/>
                        </a:rPr>
                        <a:t>ReAct</a:t>
                      </a:r>
                      <a:r>
                        <a:rPr lang="en-US" sz="1000" dirty="0">
                          <a:effectLst/>
                        </a:rPr>
                        <a:t>, Plan-and-Solve)</a:t>
                      </a:r>
                      <a:endParaRPr lang="en-US" sz="1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Циклическое перепланирование на разных временных горизонтах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58606220"/>
                  </a:ext>
                </a:extLst>
              </a:tr>
              <a:tr h="28831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Управление памятью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Краткосрочная память (контекст сессии)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en-US" sz="1000" dirty="0" smtClean="0">
                          <a:effectLst/>
                        </a:rPr>
                        <a:t>+</a:t>
                      </a:r>
                      <a:r>
                        <a:rPr lang="ru-RU" sz="1000" dirty="0" smtClean="0">
                          <a:effectLst/>
                        </a:rPr>
                        <a:t>Долгосрочная память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85146289"/>
                  </a:ext>
                </a:extLst>
              </a:tr>
              <a:tr h="28831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Надзор человека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en-US" sz="1000">
                          <a:effectLst/>
                        </a:rPr>
                        <a:t>Human-in-the-loop </a:t>
                      </a:r>
                      <a:r>
                        <a:rPr lang="ru-RU" sz="1000">
                          <a:effectLst/>
                        </a:rPr>
                        <a:t>на критических шагах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en-US" sz="1000" dirty="0" smtClean="0">
                          <a:effectLst/>
                        </a:rPr>
                        <a:t>Human-on-the-loop </a:t>
                      </a:r>
                      <a:r>
                        <a:rPr lang="en-US" sz="1000" dirty="0" err="1" smtClean="0">
                          <a:effectLst/>
                        </a:rPr>
                        <a:t>или</a:t>
                      </a:r>
                      <a:r>
                        <a:rPr lang="en-US" sz="1000" dirty="0" smtClean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Human-out-of-the-loop</a:t>
                      </a:r>
                      <a:endParaRPr lang="en-US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59894359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Обработка ошибок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При ошибке — запрос пользователю или </a:t>
                      </a:r>
                      <a:r>
                        <a:rPr lang="ru-RU" sz="1000" dirty="0" smtClean="0">
                          <a:effectLst/>
                        </a:rPr>
                        <a:t>остановка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 err="1" smtClean="0">
                          <a:effectLst/>
                        </a:rPr>
                        <a:t>Ретреи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fallback</a:t>
                      </a:r>
                      <a:r>
                        <a:rPr lang="ru-RU" sz="1000" dirty="0">
                          <a:effectLst/>
                        </a:rPr>
                        <a:t>-стратегии, самовосстановление, изоляция сбоев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36941786"/>
                  </a:ext>
                </a:extLst>
              </a:tr>
              <a:tr h="288317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Масштаб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Один агент или небольшая цепочка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 err="1">
                          <a:effectLst/>
                        </a:rPr>
                        <a:t>Мультиагентная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 smtClean="0">
                          <a:effectLst/>
                        </a:rPr>
                        <a:t>оркестрация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44444956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>
                          <a:effectLst/>
                        </a:rPr>
                        <a:t>Пример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Чат-бот для заказа </a:t>
                      </a:r>
                      <a:r>
                        <a:rPr lang="ru-RU" sz="1000" dirty="0" smtClean="0">
                          <a:effectLst/>
                        </a:rPr>
                        <a:t>пиццы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Система мониторинга дата-центра, автопилот </a:t>
                      </a:r>
                      <a:r>
                        <a:rPr lang="ru-RU" sz="1000" dirty="0" err="1">
                          <a:effectLst/>
                        </a:rPr>
                        <a:t>Tesla</a:t>
                      </a:r>
                      <a:r>
                        <a:rPr lang="ru-RU" sz="1000" dirty="0">
                          <a:effectLst/>
                        </a:rPr>
                        <a:t>, робот-пылесос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7825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512731628"/>
              </p:ext>
            </p:extLst>
          </p:nvPr>
        </p:nvGraphicFramePr>
        <p:xfrm>
          <a:off x="323247" y="782044"/>
          <a:ext cx="8705021" cy="3795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err="1"/>
              <a:t>Мультиагентные</a:t>
            </a:r>
            <a:r>
              <a:rPr lang="ru-RU" dirty="0"/>
              <a:t> архитектуры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846276"/>
            <a:ext cx="8560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Это группа агентов, где каждый решает свою подзадачу и общается с другими через структурированные сообщения.</a:t>
            </a:r>
          </a:p>
          <a:p>
            <a:r>
              <a:rPr lang="ru-RU"/>
              <a:t>Типовые роли в MAS: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75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8064896" cy="421555"/>
          </a:xfrm>
        </p:spPr>
        <p:txBody>
          <a:bodyPr/>
          <a:lstStyle/>
          <a:p>
            <a:r>
              <a:rPr lang="ru-RU" dirty="0" err="1"/>
              <a:t>Мультиагентные</a:t>
            </a:r>
            <a:r>
              <a:rPr lang="ru-RU" dirty="0"/>
              <a:t> архитектуры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660031707"/>
              </p:ext>
            </p:extLst>
          </p:nvPr>
        </p:nvGraphicFramePr>
        <p:xfrm>
          <a:off x="323527" y="1419622"/>
          <a:ext cx="8704741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err="1" smtClean="0"/>
              <a:t>Частоиспользуемые</a:t>
            </a:r>
            <a:r>
              <a:rPr lang="ru-RU" dirty="0" smtClean="0"/>
              <a:t> паттерны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509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7992888" cy="421555"/>
          </a:xfrm>
        </p:spPr>
        <p:txBody>
          <a:bodyPr/>
          <a:lstStyle/>
          <a:p>
            <a:r>
              <a:rPr lang="ru-RU" b="1" smtClean="0"/>
              <a:t>Агент-Больница </a:t>
            </a:r>
            <a:r>
              <a:rPr lang="ru-RU" b="1" dirty="0" smtClean="0"/>
              <a:t>от </a:t>
            </a:r>
            <a:r>
              <a:rPr lang="ru-RU" b="1" dirty="0"/>
              <a:t>Университета </a:t>
            </a:r>
            <a:r>
              <a:rPr lang="ru-RU" b="1" dirty="0" err="1"/>
              <a:t>Цинхуа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Это </a:t>
            </a:r>
            <a:r>
              <a:rPr lang="ru-RU" dirty="0" smtClean="0"/>
              <a:t>полноценная</a:t>
            </a:r>
            <a:r>
              <a:rPr lang="ru-RU" dirty="0"/>
              <a:t>, полностью автономная виртуальная больница, симулирующая полный цикл медицинской помощи. На момент марта 2026 года в ней </a:t>
            </a:r>
            <a:r>
              <a:rPr lang="ru-RU" dirty="0" smtClean="0"/>
              <a:t>работают </a:t>
            </a:r>
            <a:r>
              <a:rPr lang="ru-RU" dirty="0"/>
              <a:t>42 </a:t>
            </a:r>
            <a:r>
              <a:rPr lang="ru-RU" dirty="0" smtClean="0"/>
              <a:t>ИИ-врача </a:t>
            </a:r>
            <a:r>
              <a:rPr lang="ru-RU" dirty="0"/>
              <a:t>по 21 </a:t>
            </a:r>
            <a:r>
              <a:rPr lang="ru-RU" dirty="0" smtClean="0"/>
              <a:t>специальности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75606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Агенты и их «мозги»</a:t>
            </a:r>
            <a:r>
              <a:rPr lang="ru-RU" dirty="0"/>
              <a:t>: Вся логика каждого агента (врача, пациента, медсестры) построена на вызовах </a:t>
            </a:r>
            <a:r>
              <a:rPr lang="ru-RU" b="1" dirty="0" err="1"/>
              <a:t>OpenAI</a:t>
            </a:r>
            <a:r>
              <a:rPr lang="ru-RU" b="1" dirty="0"/>
              <a:t> API</a:t>
            </a:r>
            <a:r>
              <a:rPr lang="ru-RU" dirty="0"/>
              <a:t> (GPT-3.5-turbo-1106 для симуляции и gpt-4-1106-preview для тестов). Один агент делает один вызов LLM за шаг.</a:t>
            </a:r>
          </a:p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98638"/>
            <a:ext cx="809429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7992888" cy="421555"/>
          </a:xfrm>
        </p:spPr>
        <p:txBody>
          <a:bodyPr/>
          <a:lstStyle/>
          <a:p>
            <a:r>
              <a:rPr lang="ru-RU" b="1" dirty="0" err="1"/>
              <a:t>Agent</a:t>
            </a:r>
            <a:r>
              <a:rPr lang="ru-RU" b="1" dirty="0"/>
              <a:t> </a:t>
            </a:r>
            <a:r>
              <a:rPr lang="ru-RU" b="1" dirty="0" err="1"/>
              <a:t>Hospital</a:t>
            </a:r>
            <a:r>
              <a:rPr lang="ru-RU" b="1" dirty="0"/>
              <a:t> от Университета </a:t>
            </a:r>
            <a:r>
              <a:rPr lang="ru-RU" b="1" dirty="0" err="1"/>
              <a:t>Цинхуа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0" dirty="0"/>
              <a:t>Процесс полностью автоматизирован. Каждый агент подчиняется жесткому сценарию, расписанному на этапы (спланировано 8 ключевых этапов: от заболевания до выписки и контроля). При этом система сама решает, когда и какому агенту действовать.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49609"/>
            <a:ext cx="811643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6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7992888" cy="421555"/>
          </a:xfrm>
        </p:spPr>
        <p:txBody>
          <a:bodyPr/>
          <a:lstStyle/>
          <a:p>
            <a:r>
              <a:rPr lang="ru-RU" b="1" dirty="0" err="1"/>
              <a:t>Agent</a:t>
            </a:r>
            <a:r>
              <a:rPr lang="ru-RU" b="1" dirty="0"/>
              <a:t> </a:t>
            </a:r>
            <a:r>
              <a:rPr lang="ru-RU" b="1" dirty="0" err="1"/>
              <a:t>Hospital</a:t>
            </a:r>
            <a:r>
              <a:rPr lang="ru-RU" b="1" dirty="0"/>
              <a:t> от Университета </a:t>
            </a:r>
            <a:r>
              <a:rPr lang="ru-RU" b="1" dirty="0" err="1"/>
              <a:t>Цинхуа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10</a:t>
            </a:fld>
            <a:endParaRPr lang="ru-RU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1718933850"/>
              </p:ext>
            </p:extLst>
          </p:nvPr>
        </p:nvGraphicFramePr>
        <p:xfrm>
          <a:off x="323247" y="833064"/>
          <a:ext cx="8705021" cy="3394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749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247" y="782044"/>
            <a:ext cx="8705021" cy="3795438"/>
          </a:xfrm>
        </p:spPr>
        <p:txBody>
          <a:bodyPr>
            <a:noAutofit/>
          </a:bodyPr>
          <a:lstStyle/>
          <a:p>
            <a:r>
              <a:rPr lang="ru-RU" sz="1800" dirty="0"/>
              <a:t>Главные вызовы сегодня</a:t>
            </a:r>
            <a:r>
              <a:rPr lang="ru-RU" sz="1800" dirty="0" smtClean="0"/>
              <a:t>:</a:t>
            </a:r>
            <a:endParaRPr lang="ru-RU" sz="1400" dirty="0"/>
          </a:p>
          <a:p>
            <a:pPr marL="457200" indent="-457200" fontAlgn="base">
              <a:buFont typeface="+mj-lt"/>
              <a:buAutoNum type="arabicPeriod"/>
            </a:pPr>
            <a:r>
              <a:rPr lang="ru-RU" sz="1800" b="1" dirty="0"/>
              <a:t>Надежность</a:t>
            </a:r>
            <a:r>
              <a:rPr lang="ru-RU" sz="1800" dirty="0"/>
              <a:t>. </a:t>
            </a:r>
            <a:r>
              <a:rPr lang="ru-RU" sz="1800" dirty="0" smtClean="0"/>
              <a:t>Агент </a:t>
            </a:r>
            <a:r>
              <a:rPr lang="ru-RU" sz="1800" dirty="0"/>
              <a:t>может принять решение на основе ложных фактов. </a:t>
            </a:r>
            <a:endParaRPr lang="ru-RU" sz="1800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ru-RU" sz="1800" b="1" dirty="0" smtClean="0"/>
              <a:t>Безопасность</a:t>
            </a:r>
            <a:r>
              <a:rPr lang="ru-RU" sz="1800" dirty="0"/>
              <a:t>. Агент с доступом к API может нанести ущерб. Требуется строгая аутентификация, изоляция, лимиты операций и </a:t>
            </a:r>
            <a:r>
              <a:rPr lang="ru-RU" sz="1800" dirty="0" err="1"/>
              <a:t>логирование</a:t>
            </a:r>
            <a:r>
              <a:rPr lang="ru-RU" sz="1800" dirty="0"/>
              <a:t> всех действий.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800" b="1" dirty="0"/>
              <a:t>Стоимость и скорость</a:t>
            </a:r>
            <a:r>
              <a:rPr lang="ru-RU" sz="1800" dirty="0"/>
              <a:t>. </a:t>
            </a:r>
            <a:r>
              <a:rPr lang="ru-RU" sz="1800" dirty="0" smtClean="0"/>
              <a:t>Один </a:t>
            </a:r>
            <a:r>
              <a:rPr lang="ru-RU" sz="1800" dirty="0"/>
              <a:t>сложный сценарий может </a:t>
            </a:r>
            <a:r>
              <a:rPr lang="ru-RU" sz="1800" dirty="0" smtClean="0"/>
              <a:t>дорого стоить и </a:t>
            </a:r>
            <a:r>
              <a:rPr lang="ru-RU" sz="1800" dirty="0"/>
              <a:t>длиться минуты. </a:t>
            </a:r>
            <a:endParaRPr lang="ru-RU" sz="1800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ru-RU" sz="1800" b="1" dirty="0" smtClean="0"/>
              <a:t>Отладка</a:t>
            </a:r>
            <a:r>
              <a:rPr lang="ru-RU" sz="1800" dirty="0"/>
              <a:t>. </a:t>
            </a:r>
            <a:r>
              <a:rPr lang="ru-RU" sz="1800" dirty="0" smtClean="0"/>
              <a:t>Появляются </a:t>
            </a:r>
            <a:r>
              <a:rPr lang="ru-RU" sz="1800" dirty="0"/>
              <a:t>инструменты трассировки </a:t>
            </a:r>
            <a:endParaRPr lang="ru-RU" sz="1800" dirty="0" smtClean="0"/>
          </a:p>
          <a:p>
            <a:pPr fontAlgn="base"/>
            <a:r>
              <a:rPr lang="ru-RU" sz="1800" u="sng" dirty="0" err="1" smtClean="0"/>
              <a:t>Agentic</a:t>
            </a:r>
            <a:r>
              <a:rPr lang="ru-RU" sz="1800" u="sng" dirty="0" smtClean="0"/>
              <a:t> </a:t>
            </a:r>
            <a:r>
              <a:rPr lang="ru-RU" sz="1800" u="sng" dirty="0"/>
              <a:t>AI </a:t>
            </a:r>
            <a:r>
              <a:rPr lang="ru-RU" sz="1800" dirty="0"/>
              <a:t>— это переход от ИИ как инструмента к ИИ как автономному сотруднику. </a:t>
            </a:r>
          </a:p>
          <a:p>
            <a:r>
              <a:rPr lang="ru-RU" sz="1800" dirty="0" err="1"/>
              <a:t>Мультиагентные</a:t>
            </a:r>
            <a:r>
              <a:rPr lang="ru-RU" sz="1800" dirty="0"/>
              <a:t> архитектуры стали промышленным стандартом</a:t>
            </a:r>
            <a:r>
              <a:rPr lang="ru-RU" sz="1800" dirty="0" smtClean="0"/>
              <a:t>.</a:t>
            </a:r>
            <a:endParaRPr lang="ru-RU" sz="1800" dirty="0"/>
          </a:p>
          <a:p>
            <a:r>
              <a:rPr lang="ru-RU" sz="1800" dirty="0"/>
              <a:t>Автоматизация сложных процессов больше не требует жестких сценариев. Достаточно дать агентам цель, границы и инструменты. 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Проблемы и заключение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80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FBDED8-46D5-45E4-9C2E-D9A628C5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84F2AA8B-B02F-4E2E-A0C5-BC237A136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843558"/>
            <a:ext cx="8632732" cy="3960440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err="1"/>
              <a:t>Прилепский</a:t>
            </a:r>
            <a:r>
              <a:rPr lang="ru-RU" dirty="0"/>
              <a:t> Д. </a:t>
            </a:r>
            <a:r>
              <a:rPr lang="ru-RU" i="1" dirty="0" err="1"/>
              <a:t>Agentic</a:t>
            </a:r>
            <a:r>
              <a:rPr lang="ru-RU" i="1" dirty="0"/>
              <a:t> AI: эволюция от генерации к действию, от автоматизации к автономности</a:t>
            </a:r>
            <a:r>
              <a:rPr lang="ru-RU" dirty="0"/>
              <a:t>. </a:t>
            </a:r>
            <a:r>
              <a:rPr lang="ru-RU" dirty="0" err="1"/>
              <a:t>Tadviser</a:t>
            </a:r>
            <a:r>
              <a:rPr lang="ru-RU" dirty="0"/>
              <a:t>, 2025.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Андриянова А. </a:t>
            </a:r>
            <a:r>
              <a:rPr lang="ru-RU" i="1" dirty="0" err="1"/>
              <a:t>Agentic</a:t>
            </a:r>
            <a:r>
              <a:rPr lang="ru-RU" i="1" dirty="0"/>
              <a:t> AI: как внедрить ИИ-агентов и измерить эффект</a:t>
            </a:r>
            <a:r>
              <a:rPr lang="ru-RU" dirty="0"/>
              <a:t>. </a:t>
            </a:r>
            <a:r>
              <a:rPr lang="ru-RU" dirty="0" err="1"/>
              <a:t>Компьютерра</a:t>
            </a:r>
            <a:r>
              <a:rPr lang="ru-RU" dirty="0"/>
              <a:t>, 2025.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Коллектив авторов Финансового университета. </a:t>
            </a:r>
            <a:r>
              <a:rPr lang="ru-RU" i="1" dirty="0"/>
              <a:t>Агентский ИИ: новая парадигма искусственного интеллекта и место России в революции</a:t>
            </a:r>
            <a:r>
              <a:rPr lang="ru-RU" dirty="0"/>
              <a:t>. Пресс-релиз </a:t>
            </a:r>
            <a:r>
              <a:rPr lang="ru-RU" dirty="0" err="1"/>
              <a:t>Финуниверситета</a:t>
            </a:r>
            <a:r>
              <a:rPr lang="ru-RU" dirty="0"/>
              <a:t>, 2025.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Петухова А. </a:t>
            </a:r>
            <a:r>
              <a:rPr lang="ru-RU" i="1" dirty="0"/>
              <a:t>Эра агентов: как самообучающиеся «черные ящики» меняют правила игры</a:t>
            </a:r>
            <a:r>
              <a:rPr lang="ru-RU" dirty="0"/>
              <a:t>. РБК Компании, </a:t>
            </a:r>
            <a:r>
              <a:rPr lang="ru-RU" dirty="0" smtClean="0"/>
              <a:t>2026.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 </a:t>
            </a:r>
            <a:r>
              <a:rPr lang="ru-RU" dirty="0" err="1" smtClean="0"/>
              <a:t>Шметенина</a:t>
            </a:r>
            <a:r>
              <a:rPr lang="ru-RU" dirty="0" smtClean="0"/>
              <a:t> </a:t>
            </a:r>
            <a:r>
              <a:rPr lang="ru-RU" dirty="0"/>
              <a:t>Е.Ю. и др. </a:t>
            </a:r>
            <a:r>
              <a:rPr lang="ru-RU" i="1" dirty="0" err="1"/>
              <a:t>On</a:t>
            </a:r>
            <a:r>
              <a:rPr lang="ru-RU" i="1" dirty="0"/>
              <a:t> </a:t>
            </a:r>
            <a:r>
              <a:rPr lang="ru-RU" i="1" dirty="0" err="1"/>
              <a:t>modelling</a:t>
            </a:r>
            <a:r>
              <a:rPr lang="ru-RU" i="1" dirty="0"/>
              <a:t> </a:t>
            </a:r>
            <a:r>
              <a:rPr lang="ru-RU" i="1" dirty="0" err="1"/>
              <a:t>multi-agent</a:t>
            </a:r>
            <a:r>
              <a:rPr lang="ru-RU" i="1" dirty="0"/>
              <a:t> </a:t>
            </a:r>
            <a:r>
              <a:rPr lang="ru-RU" i="1" dirty="0" err="1"/>
              <a:t>systems</a:t>
            </a:r>
            <a:r>
              <a:rPr lang="ru-RU" i="1" dirty="0"/>
              <a:t> </a:t>
            </a:r>
            <a:r>
              <a:rPr lang="ru-RU" i="1" dirty="0" err="1"/>
              <a:t>based</a:t>
            </a:r>
            <a:r>
              <a:rPr lang="ru-RU" i="1" dirty="0"/>
              <a:t> </a:t>
            </a:r>
            <a:r>
              <a:rPr lang="ru-RU" i="1" dirty="0" err="1"/>
              <a:t>on</a:t>
            </a:r>
            <a:r>
              <a:rPr lang="ru-RU" i="1" dirty="0"/>
              <a:t> </a:t>
            </a:r>
            <a:r>
              <a:rPr lang="ru-RU" i="1" dirty="0" err="1"/>
              <a:t>large</a:t>
            </a:r>
            <a:r>
              <a:rPr lang="ru-RU" i="1" dirty="0"/>
              <a:t> </a:t>
            </a:r>
            <a:r>
              <a:rPr lang="ru-RU" i="1" dirty="0" err="1"/>
              <a:t>language</a:t>
            </a:r>
            <a:r>
              <a:rPr lang="ru-RU" i="1" dirty="0"/>
              <a:t> </a:t>
            </a:r>
            <a:r>
              <a:rPr lang="ru-RU" i="1" dirty="0" err="1"/>
              <a:t>models</a:t>
            </a:r>
            <a:r>
              <a:rPr lang="ru-RU" i="1" dirty="0"/>
              <a:t> (О моделировании </a:t>
            </a:r>
            <a:r>
              <a:rPr lang="ru-RU" i="1" dirty="0" err="1"/>
              <a:t>мультиагентных</a:t>
            </a:r>
            <a:r>
              <a:rPr lang="ru-RU" i="1" dirty="0"/>
              <a:t> систем на основе больших языковых моделей)</a:t>
            </a:r>
            <a:r>
              <a:rPr lang="ru-RU" dirty="0"/>
              <a:t>. RUDN </a:t>
            </a:r>
            <a:r>
              <a:rPr lang="ru-RU" dirty="0" err="1"/>
              <a:t>Journal</a:t>
            </a:r>
            <a:r>
              <a:rPr lang="ru-RU" dirty="0"/>
              <a:t>, 2025, 33 (2), 214-225.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Коллектив авторов. </a:t>
            </a:r>
            <a:r>
              <a:rPr lang="ru-RU" i="1" dirty="0" err="1"/>
              <a:t>Multi-Agent</a:t>
            </a:r>
            <a:r>
              <a:rPr lang="ru-RU" i="1" dirty="0"/>
              <a:t> </a:t>
            </a:r>
            <a:r>
              <a:rPr lang="ru-RU" i="1" dirty="0" err="1"/>
              <a:t>Frameworks</a:t>
            </a:r>
            <a:r>
              <a:rPr lang="ru-RU" i="1" dirty="0"/>
              <a:t> (</a:t>
            </a:r>
            <a:r>
              <a:rPr lang="ru-RU" i="1" dirty="0" err="1"/>
              <a:t>Мультиагентные</a:t>
            </a:r>
            <a:r>
              <a:rPr lang="ru-RU" i="1" dirty="0"/>
              <a:t> </a:t>
            </a:r>
            <a:r>
              <a:rPr lang="ru-RU" i="1" dirty="0" err="1"/>
              <a:t>фреймворки</a:t>
            </a:r>
            <a:r>
              <a:rPr lang="ru-RU" i="1" dirty="0"/>
              <a:t> на основе LLM)</a:t>
            </a:r>
            <a:r>
              <a:rPr lang="ru-RU" dirty="0"/>
              <a:t>. Системный Анализ, 2025</a:t>
            </a:r>
            <a:r>
              <a:rPr lang="ru-RU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Коллектив </a:t>
            </a:r>
            <a:r>
              <a:rPr lang="ru-RU" dirty="0"/>
              <a:t>авторов ВГЛТУ. </a:t>
            </a:r>
            <a:r>
              <a:rPr lang="ru-RU" i="1" dirty="0"/>
              <a:t>Автономные ИИ-агенты в </a:t>
            </a:r>
            <a:r>
              <a:rPr lang="ru-RU" i="1" dirty="0" err="1"/>
              <a:t>многоагентных</a:t>
            </a:r>
            <a:r>
              <a:rPr lang="ru-RU" i="1" dirty="0"/>
              <a:t> системах и </a:t>
            </a:r>
            <a:r>
              <a:rPr lang="ru-RU" i="1" dirty="0" err="1"/>
              <a:t>метавселенных</a:t>
            </a:r>
            <a:r>
              <a:rPr lang="ru-RU" dirty="0"/>
              <a:t>. Статья конференции (РИОР), 2025</a:t>
            </a:r>
            <a:r>
              <a:rPr lang="ru-RU" dirty="0" smtClean="0"/>
              <a:t>. IT </a:t>
            </a:r>
            <a:r>
              <a:rPr lang="ru-RU" dirty="0" err="1"/>
              <a:t>Week</a:t>
            </a:r>
            <a:r>
              <a:rPr lang="ru-RU" dirty="0"/>
              <a:t>. </a:t>
            </a:r>
            <a:r>
              <a:rPr lang="ru-RU" i="1" dirty="0"/>
              <a:t>Как </a:t>
            </a:r>
            <a:r>
              <a:rPr lang="ru-RU" i="1" dirty="0" err="1"/>
              <a:t>мультиагентные</a:t>
            </a:r>
            <a:r>
              <a:rPr lang="ru-RU" i="1" dirty="0"/>
              <a:t> архитектуры изменят ИИ-ландшафт</a:t>
            </a:r>
            <a:r>
              <a:rPr lang="ru-RU" dirty="0"/>
              <a:t>, 2024</a:t>
            </a:r>
            <a:r>
              <a:rPr lang="ru-RU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Горшков </a:t>
            </a:r>
            <a:r>
              <a:rPr lang="ru-RU" dirty="0"/>
              <a:t>М. (</a:t>
            </a:r>
            <a:r>
              <a:rPr lang="ru-RU" dirty="0" err="1"/>
              <a:t>СофтМедиаЛаб</a:t>
            </a:r>
            <a:r>
              <a:rPr lang="ru-RU" dirty="0"/>
              <a:t>). *Инциденты с ИИ-агентами: 4 скрытые угрозы и как их избежать*. РБК Компании, 2026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A6854D-8B4F-4EAB-AC94-5D471A7C3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Литература</a:t>
            </a:r>
          </a:p>
        </p:txBody>
      </p:sp>
    </p:spTree>
    <p:extLst>
      <p:ext uri="{BB962C8B-B14F-4D97-AF65-F5344CB8AC3E}">
        <p14:creationId xmlns:p14="http://schemas.microsoft.com/office/powerpoint/2010/main" val="217540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3542</TotalTime>
  <Words>1358</Words>
  <Application>Microsoft Office PowerPoint</Application>
  <PresentationFormat>Экран (16:9)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quote-cjk-patch</vt:lpstr>
      <vt:lpstr>Тема Office</vt:lpstr>
      <vt:lpstr>Агентный ИИ (Agentic AI): автономные системы и мультиагентные архитектуры для автоматизации сложных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Мультиагентные архитектуры </vt:lpstr>
      <vt:lpstr>Агент-Больница от Университета Цинхуа</vt:lpstr>
      <vt:lpstr>Agent Hospital от Университета Цинхуа</vt:lpstr>
      <vt:lpstr>Agent Hospital от Университета Цинхуа</vt:lpstr>
      <vt:lpstr>Презентация PowerPoint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Баранова Ольга Владимировна</dc:creator>
  <cp:lastModifiedBy>User</cp:lastModifiedBy>
  <cp:revision>105</cp:revision>
  <dcterms:created xsi:type="dcterms:W3CDTF">2015-06-15T09:44:47Z</dcterms:created>
  <dcterms:modified xsi:type="dcterms:W3CDTF">2026-04-25T10:50:39Z</dcterms:modified>
</cp:coreProperties>
</file>