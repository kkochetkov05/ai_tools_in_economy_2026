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jpeg"/><Relationship Id="rId4" Type="http://schemas.openxmlformats.org/officeDocument/2006/relationships/image" Target="../media/image3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jpeg"/><Relationship Id="rId4" Type="http://schemas.openxmlformats.org/officeDocument/2006/relationships/image" Target="../media/image7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jpeg"/><Relationship Id="rId4" Type="http://schemas.openxmlformats.org/officeDocument/2006/relationships/image" Target="../media/image3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jpeg"/><Relationship Id="rId4" Type="http://schemas.openxmlformats.org/officeDocument/2006/relationships/image" Target="../media/image7.pn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jpeg"/><Relationship Id="rId4" Type="http://schemas.openxmlformats.org/officeDocument/2006/relationships/image" Target="../media/image3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jpeg"/><Relationship Id="rId4" Type="http://schemas.openxmlformats.org/officeDocument/2006/relationships/image" Target="../media/image7.pn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jpeg"/><Relationship Id="rId4" Type="http://schemas.openxmlformats.org/officeDocument/2006/relationships/image" Target="../media/image3.pn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итульны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4"/>
          <p:cNvCxnSpPr/>
          <p:nvPr/>
        </p:nvCxnSpPr>
        <p:spPr>
          <a:xfrm>
            <a:off x="0" y="163800"/>
            <a:ext cx="10548360" cy="360"/>
          </a:xfrm>
          <a:prstGeom prst="straightConnector1">
            <a:avLst/>
          </a:prstGeom>
          <a:ln w="9525">
            <a:solidFill>
              <a:srgbClr val="923826"/>
            </a:solidFill>
          </a:ln>
        </p:spPr>
      </p:cxnSp>
      <p:pic>
        <p:nvPicPr>
          <p:cNvPr id="3" name="Рисунок 3" hidden="1"/>
          <p:cNvPicPr/>
          <p:nvPr/>
        </p:nvPicPr>
        <p:blipFill>
          <a:blip r:embed="rId2"/>
          <a:stretch/>
        </p:blipFill>
        <p:spPr>
          <a:xfrm>
            <a:off x="10343880" y="-309240"/>
            <a:ext cx="2044440" cy="110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Прямоугольник 4"/>
          <p:cNvSpPr/>
          <p:nvPr/>
        </p:nvSpPr>
        <p:spPr>
          <a:xfrm>
            <a:off x="8204040" y="0"/>
            <a:ext cx="3987360" cy="36846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pic>
        <p:nvPicPr>
          <p:cNvPr id="5" name="Рисунок 7"/>
          <p:cNvPicPr/>
          <p:nvPr/>
        </p:nvPicPr>
        <p:blipFill>
          <a:blip r:embed="rId3"/>
          <a:stretch/>
        </p:blipFill>
        <p:spPr>
          <a:xfrm>
            <a:off x="0" y="0"/>
            <a:ext cx="820368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Прямоугольник 5"/>
          <p:cNvSpPr/>
          <p:nvPr/>
        </p:nvSpPr>
        <p:spPr>
          <a:xfrm>
            <a:off x="8204040" y="6200640"/>
            <a:ext cx="3987360" cy="657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8204040" y="396720"/>
            <a:ext cx="3987360" cy="1140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8" name="Прямоугольник 9"/>
          <p:cNvSpPr/>
          <p:nvPr/>
        </p:nvSpPr>
        <p:spPr>
          <a:xfrm>
            <a:off x="1086840" y="3684960"/>
            <a:ext cx="7116840" cy="2515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168560" y="3746520"/>
            <a:ext cx="11023200" cy="2387160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pic>
        <p:nvPicPr>
          <p:cNvPr id="10" name="Рисунок 10"/>
          <p:cNvPicPr/>
          <p:nvPr/>
        </p:nvPicPr>
        <p:blipFill>
          <a:blip r:embed="rId4"/>
          <a:stretch/>
        </p:blipFill>
        <p:spPr>
          <a:xfrm>
            <a:off x="7912080" y="-267480"/>
            <a:ext cx="4572000" cy="246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Click to edit the title text format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Click to edit the outline text format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Second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Third Outline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Fourth Outline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Fifth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Sixth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Seventh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+ ненумер. спис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Прямая соединительная линия 4"/>
          <p:cNvCxnSpPr/>
          <p:nvPr/>
        </p:nvCxnSpPr>
        <p:spPr>
          <a:xfrm>
            <a:off x="0" y="163800"/>
            <a:ext cx="10548360" cy="360"/>
          </a:xfrm>
          <a:prstGeom prst="straightConnector1">
            <a:avLst/>
          </a:prstGeom>
          <a:ln w="9525">
            <a:solidFill>
              <a:srgbClr val="923826"/>
            </a:solidFill>
          </a:ln>
        </p:spPr>
      </p:cxnSp>
      <p:pic>
        <p:nvPicPr>
          <p:cNvPr id="14" name="Рисунок 3"/>
          <p:cNvPicPr/>
          <p:nvPr/>
        </p:nvPicPr>
        <p:blipFill>
          <a:blip r:embed="rId2"/>
          <a:stretch/>
        </p:blipFill>
        <p:spPr>
          <a:xfrm>
            <a:off x="10343880" y="-309240"/>
            <a:ext cx="2044440" cy="110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body"/>
          </p:nvPr>
        </p:nvSpPr>
        <p:spPr>
          <a:xfrm>
            <a:off x="165600" y="1188720"/>
            <a:ext cx="6086160" cy="548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696969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 Light"/>
                <a:ea typeface="Open Sans Light"/>
              </a:rPr>
              <a:t>Образец текста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696969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 Light"/>
                <a:ea typeface="Open Sans Light"/>
              </a:rPr>
              <a:t>Второй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696969"/>
              </a:buClr>
              <a:buFont typeface="Arial"/>
              <a:buChar char="•"/>
            </a:pPr>
            <a:r>
              <a:rPr lang="ru-RU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 Light"/>
                <a:ea typeface="Open Sans Light"/>
              </a:rPr>
              <a:t>Третий уровень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696969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 Light"/>
                <a:ea typeface="Open Sans Light"/>
              </a:rPr>
              <a:t>Четвертый уровень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696969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 Light"/>
                <a:ea typeface="Open Sans Light"/>
              </a:rPr>
              <a:t>Пятый уровень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426360" y="1182960"/>
            <a:ext cx="5580360" cy="549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696969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 Light"/>
                <a:ea typeface="Open Sans Light"/>
              </a:rPr>
              <a:t>Образец текста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696969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 Light"/>
                <a:ea typeface="Open Sans Light"/>
              </a:rPr>
              <a:t>Второй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696969"/>
              </a:buClr>
              <a:buFont typeface="Arial"/>
              <a:buChar char="•"/>
            </a:pPr>
            <a:r>
              <a:rPr lang="ru-RU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 Light"/>
                <a:ea typeface="Open Sans Light"/>
              </a:rPr>
              <a:t>Третий уровень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696969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 Light"/>
                <a:ea typeface="Open Sans Light"/>
              </a:rPr>
              <a:t>Четвертый уровень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696969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 Light"/>
                <a:ea typeface="Open Sans Light"/>
              </a:rPr>
              <a:t>Пятый уровень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title"/>
          </p:nvPr>
        </p:nvSpPr>
        <p:spPr>
          <a:xfrm>
            <a:off x="165600" y="434520"/>
            <a:ext cx="10860120" cy="559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2800" b="0" u="none" strike="noStrike">
                <a:solidFill>
                  <a:srgbClr val="923826"/>
                </a:solidFill>
                <a:effectLst/>
                <a:uFillTx/>
                <a:latin typeface="Open Sans Extrabold"/>
                <a:ea typeface="Open Sans Extrabold"/>
              </a:rPr>
              <a:t>Образец заголовка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+ нумерованный спис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Прямая соединительная линия 4"/>
          <p:cNvCxnSpPr/>
          <p:nvPr/>
        </p:nvCxnSpPr>
        <p:spPr>
          <a:xfrm>
            <a:off x="0" y="163800"/>
            <a:ext cx="10548360" cy="360"/>
          </a:xfrm>
          <a:prstGeom prst="straightConnector1">
            <a:avLst/>
          </a:prstGeom>
          <a:ln w="9525">
            <a:solidFill>
              <a:srgbClr val="923826"/>
            </a:solidFill>
          </a:ln>
        </p:spPr>
      </p:cxnSp>
      <p:pic>
        <p:nvPicPr>
          <p:cNvPr id="19" name="Рисунок 3"/>
          <p:cNvPicPr/>
          <p:nvPr/>
        </p:nvPicPr>
        <p:blipFill>
          <a:blip r:embed="rId2"/>
          <a:stretch/>
        </p:blipFill>
        <p:spPr>
          <a:xfrm>
            <a:off x="10343880" y="-309240"/>
            <a:ext cx="2044440" cy="110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body"/>
          </p:nvPr>
        </p:nvSpPr>
        <p:spPr>
          <a:xfrm>
            <a:off x="165600" y="1148760"/>
            <a:ext cx="11835360" cy="548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57200" indent="-457200" defTabSz="914400">
              <a:lnSpc>
                <a:spcPct val="100000"/>
              </a:lnSpc>
              <a:spcBef>
                <a:spcPts val="1001"/>
              </a:spcBef>
              <a:buClr>
                <a:srgbClr val="696969"/>
              </a:buClr>
              <a:buFont typeface="Open Sans Extrabold"/>
              <a:buAutoNum type="arabicPeriod"/>
            </a:pPr>
            <a:r>
              <a:rPr lang="ru-RU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800280" lvl="1" indent="-343080" defTabSz="914400">
              <a:lnSpc>
                <a:spcPct val="100000"/>
              </a:lnSpc>
              <a:spcBef>
                <a:spcPts val="499"/>
              </a:spcBef>
              <a:buClr>
                <a:srgbClr val="696969"/>
              </a:buClr>
              <a:buFont typeface="Open Sans Extrabold"/>
              <a:buAutoNum type="arabicPeriod"/>
            </a:pPr>
            <a:r>
              <a:rPr lang="ru-RU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Второй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1257480" lvl="2" indent="-343080" defTabSz="914400">
              <a:lnSpc>
                <a:spcPct val="100000"/>
              </a:lnSpc>
              <a:spcBef>
                <a:spcPts val="499"/>
              </a:spcBef>
              <a:buClr>
                <a:srgbClr val="696969"/>
              </a:buClr>
              <a:buFont typeface="Open Sans Extrabold"/>
              <a:buAutoNum type="arabicPeriod"/>
            </a:pPr>
            <a:r>
              <a:rPr lang="ru-RU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Третий уровень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1714680" lvl="3" indent="-343080" defTabSz="914400">
              <a:lnSpc>
                <a:spcPct val="100000"/>
              </a:lnSpc>
              <a:spcBef>
                <a:spcPts val="499"/>
              </a:spcBef>
              <a:buClr>
                <a:srgbClr val="696969"/>
              </a:buClr>
              <a:buFont typeface="Open Sans Extrabold"/>
              <a:buAutoNum type="arabicPeriod"/>
            </a:pPr>
            <a:r>
              <a:rPr lang="ru-RU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Четвертый уровень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171880" lvl="4" indent="-343080" defTabSz="914400">
              <a:lnSpc>
                <a:spcPct val="100000"/>
              </a:lnSpc>
              <a:spcBef>
                <a:spcPts val="499"/>
              </a:spcBef>
              <a:buClr>
                <a:srgbClr val="696969"/>
              </a:buClr>
              <a:buFont typeface="Open Sans Extrabold"/>
              <a:buAutoNum type="arabicPeriod"/>
            </a:pPr>
            <a:r>
              <a:rPr lang="ru-RU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Пятый уровень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title"/>
          </p:nvPr>
        </p:nvSpPr>
        <p:spPr>
          <a:xfrm>
            <a:off x="165600" y="434520"/>
            <a:ext cx="10860120" cy="559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2800" b="0" u="none" strike="noStrike">
                <a:solidFill>
                  <a:srgbClr val="923826"/>
                </a:solidFill>
                <a:effectLst/>
                <a:uFillTx/>
                <a:latin typeface="Open Sans Extrabold"/>
                <a:ea typeface="Open Sans Extrabold"/>
              </a:rPr>
              <a:t>Образец заголовка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ростой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Прямая соединительная линия 4"/>
          <p:cNvCxnSpPr/>
          <p:nvPr/>
        </p:nvCxnSpPr>
        <p:spPr>
          <a:xfrm>
            <a:off x="0" y="163800"/>
            <a:ext cx="10548360" cy="360"/>
          </a:xfrm>
          <a:prstGeom prst="straightConnector1">
            <a:avLst/>
          </a:prstGeom>
          <a:ln w="9525">
            <a:solidFill>
              <a:srgbClr val="923826"/>
            </a:solidFill>
          </a:ln>
        </p:spPr>
      </p:cxnSp>
      <p:pic>
        <p:nvPicPr>
          <p:cNvPr id="23" name="Рисунок 3"/>
          <p:cNvPicPr/>
          <p:nvPr/>
        </p:nvPicPr>
        <p:blipFill>
          <a:blip r:embed="rId2"/>
          <a:stretch/>
        </p:blipFill>
        <p:spPr>
          <a:xfrm>
            <a:off x="10343880" y="-309240"/>
            <a:ext cx="2044440" cy="110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body"/>
          </p:nvPr>
        </p:nvSpPr>
        <p:spPr>
          <a:xfrm>
            <a:off x="171360" y="1177200"/>
            <a:ext cx="11812680" cy="548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title"/>
          </p:nvPr>
        </p:nvSpPr>
        <p:spPr>
          <a:xfrm>
            <a:off x="165600" y="434520"/>
            <a:ext cx="10860120" cy="559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2800" b="0" u="none" strike="noStrike">
                <a:solidFill>
                  <a:srgbClr val="923826"/>
                </a:solidFill>
                <a:effectLst/>
                <a:uFillTx/>
                <a:latin typeface="Open Sans Extrabold"/>
                <a:ea typeface="Open Sans Extrabold"/>
              </a:rPr>
              <a:t>Образец заголовка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+ текст + рисун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Прямая соединительная линия 4"/>
          <p:cNvCxnSpPr/>
          <p:nvPr/>
        </p:nvCxnSpPr>
        <p:spPr>
          <a:xfrm>
            <a:off x="0" y="163800"/>
            <a:ext cx="10548360" cy="360"/>
          </a:xfrm>
          <a:prstGeom prst="straightConnector1">
            <a:avLst/>
          </a:prstGeom>
          <a:ln w="9525">
            <a:solidFill>
              <a:srgbClr val="923826"/>
            </a:solidFill>
          </a:ln>
        </p:spPr>
      </p:cxnSp>
      <p:pic>
        <p:nvPicPr>
          <p:cNvPr id="27" name="Рисунок 3" hidden="1"/>
          <p:cNvPicPr/>
          <p:nvPr/>
        </p:nvPicPr>
        <p:blipFill>
          <a:blip r:embed="rId2"/>
          <a:stretch/>
        </p:blipFill>
        <p:spPr>
          <a:xfrm>
            <a:off x="10343880" y="-309240"/>
            <a:ext cx="2044440" cy="110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body"/>
          </p:nvPr>
        </p:nvSpPr>
        <p:spPr>
          <a:xfrm>
            <a:off x="5183280" y="0"/>
            <a:ext cx="7008480" cy="685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Click to edit the outline text format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Second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Third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Fourth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Fifth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Sixth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Seventh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171360" y="1138680"/>
            <a:ext cx="4831560" cy="551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title"/>
          </p:nvPr>
        </p:nvSpPr>
        <p:spPr>
          <a:xfrm>
            <a:off x="165600" y="434520"/>
            <a:ext cx="4840200" cy="559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2800" b="0" u="none" strike="noStrike">
                <a:solidFill>
                  <a:srgbClr val="923826"/>
                </a:solidFill>
                <a:effectLst/>
                <a:uFillTx/>
                <a:latin typeface="Open Sans Extrabold"/>
                <a:ea typeface="Open Sans Extrabold"/>
              </a:rPr>
              <a:t>Образец заголовка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+ подпись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Прямая соединительная линия 4"/>
          <p:cNvCxnSpPr/>
          <p:nvPr/>
        </p:nvCxnSpPr>
        <p:spPr>
          <a:xfrm>
            <a:off x="0" y="163800"/>
            <a:ext cx="10548360" cy="360"/>
          </a:xfrm>
          <a:prstGeom prst="straightConnector1">
            <a:avLst/>
          </a:prstGeom>
          <a:ln w="9525">
            <a:solidFill>
              <a:srgbClr val="923826"/>
            </a:solidFill>
          </a:ln>
        </p:spPr>
      </p:cxnSp>
      <p:pic>
        <p:nvPicPr>
          <p:cNvPr id="32" name="Рисунок 3" hidden="1"/>
          <p:cNvPicPr/>
          <p:nvPr/>
        </p:nvPicPr>
        <p:blipFill>
          <a:blip r:embed="rId2"/>
          <a:stretch/>
        </p:blipFill>
        <p:spPr>
          <a:xfrm>
            <a:off x="10343880" y="-309240"/>
            <a:ext cx="2044440" cy="110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2191760" cy="5703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Click to edit the outline text format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Second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Third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Fourth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Fifth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Sixth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Seventh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178200" y="5852160"/>
            <a:ext cx="11885760" cy="662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лева +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Прямая соединительная линия 4"/>
          <p:cNvCxnSpPr/>
          <p:nvPr/>
        </p:nvCxnSpPr>
        <p:spPr>
          <a:xfrm>
            <a:off x="0" y="163800"/>
            <a:ext cx="10548360" cy="360"/>
          </a:xfrm>
          <a:prstGeom prst="straightConnector1">
            <a:avLst/>
          </a:prstGeom>
          <a:ln w="9525">
            <a:solidFill>
              <a:srgbClr val="923826"/>
            </a:solidFill>
          </a:ln>
        </p:spPr>
      </p:cxnSp>
      <p:pic>
        <p:nvPicPr>
          <p:cNvPr id="36" name="Рисунок 3"/>
          <p:cNvPicPr/>
          <p:nvPr/>
        </p:nvPicPr>
        <p:blipFill>
          <a:blip r:embed="rId2"/>
          <a:stretch/>
        </p:blipFill>
        <p:spPr>
          <a:xfrm>
            <a:off x="10343880" y="-309240"/>
            <a:ext cx="2044440" cy="110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6006240" cy="685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Click to edit the outline text format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Second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Third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Fourth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Fifth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Sixth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Seventh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465960" y="1786320"/>
            <a:ext cx="5242320" cy="662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title"/>
          </p:nvPr>
        </p:nvSpPr>
        <p:spPr>
          <a:xfrm>
            <a:off x="6462000" y="554400"/>
            <a:ext cx="5263920" cy="89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2800" b="0" u="none" strike="noStrike">
                <a:solidFill>
                  <a:srgbClr val="923826"/>
                </a:solidFill>
                <a:effectLst/>
                <a:uFillTx/>
                <a:latin typeface="Open Sans Extrabold"/>
                <a:ea typeface="Open Sans Extrabold"/>
              </a:rPr>
              <a:t>Образец заголовка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Прямая соединительная линия 4"/>
          <p:cNvCxnSpPr/>
          <p:nvPr/>
        </p:nvCxnSpPr>
        <p:spPr>
          <a:xfrm>
            <a:off x="0" y="163800"/>
            <a:ext cx="10548360" cy="360"/>
          </a:xfrm>
          <a:prstGeom prst="straightConnector1">
            <a:avLst/>
          </a:prstGeom>
          <a:ln w="9525">
            <a:solidFill>
              <a:srgbClr val="923826"/>
            </a:solidFill>
          </a:ln>
        </p:spPr>
      </p:cxnSp>
      <p:pic>
        <p:nvPicPr>
          <p:cNvPr id="41" name="Рисунок 3"/>
          <p:cNvPicPr/>
          <p:nvPr/>
        </p:nvPicPr>
        <p:blipFill>
          <a:blip r:embed="rId2"/>
          <a:stretch/>
        </p:blipFill>
        <p:spPr>
          <a:xfrm>
            <a:off x="10343880" y="-309240"/>
            <a:ext cx="2044440" cy="110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6006240" cy="685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Click to edit the outline text format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Second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Third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Fourth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Fifth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Sixth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Seventh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291360" y="1786320"/>
            <a:ext cx="5681520" cy="662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title"/>
          </p:nvPr>
        </p:nvSpPr>
        <p:spPr>
          <a:xfrm>
            <a:off x="6296400" y="554400"/>
            <a:ext cx="4997880" cy="89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2800" b="0" u="none" strike="noStrike">
                <a:solidFill>
                  <a:srgbClr val="923826"/>
                </a:solidFill>
                <a:effectLst/>
                <a:uFillTx/>
                <a:latin typeface="Open Sans Extrabold"/>
                <a:ea typeface="Open Sans Extrabold"/>
              </a:rPr>
              <a:t>Образец заголовка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в центре + врезка +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Прямая соединительная линия 4"/>
          <p:cNvCxnSpPr/>
          <p:nvPr/>
        </p:nvCxnSpPr>
        <p:spPr>
          <a:xfrm>
            <a:off x="0" y="163800"/>
            <a:ext cx="10548360" cy="360"/>
          </a:xfrm>
          <a:prstGeom prst="straightConnector1">
            <a:avLst/>
          </a:prstGeom>
          <a:ln w="9525">
            <a:solidFill>
              <a:srgbClr val="923826"/>
            </a:solidFill>
          </a:ln>
        </p:spPr>
      </p:cxnSp>
      <p:pic>
        <p:nvPicPr>
          <p:cNvPr id="46" name="Рисунок 3"/>
          <p:cNvPicPr/>
          <p:nvPr/>
        </p:nvPicPr>
        <p:blipFill>
          <a:blip r:embed="rId2"/>
          <a:stretch/>
        </p:blipFill>
        <p:spPr>
          <a:xfrm>
            <a:off x="10343880" y="-309240"/>
            <a:ext cx="2044440" cy="1103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" name="Рисунок 3"/>
          <p:cNvPicPr/>
          <p:nvPr/>
        </p:nvPicPr>
        <p:blipFill>
          <a:blip r:embed="rId3"/>
          <a:stretch/>
        </p:blipFill>
        <p:spPr>
          <a:xfrm>
            <a:off x="0" y="1213200"/>
            <a:ext cx="12203280" cy="201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Прямоугольник: один усеченный угол 11"/>
          <p:cNvSpPr/>
          <p:nvPr/>
        </p:nvSpPr>
        <p:spPr>
          <a:xfrm>
            <a:off x="7833240" y="2560320"/>
            <a:ext cx="3933000" cy="3999960"/>
          </a:xfrm>
          <a:prstGeom prst="snip1Rect">
            <a:avLst>
              <a:gd name="adj" fmla="val 12725"/>
            </a:avLst>
          </a:prstGeom>
          <a:solidFill>
            <a:srgbClr val="f8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Open Sans"/>
              </a:rPr>
              <a:t>          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body"/>
          </p:nvPr>
        </p:nvSpPr>
        <p:spPr>
          <a:xfrm>
            <a:off x="8161560" y="2830320"/>
            <a:ext cx="3051000" cy="221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title"/>
          </p:nvPr>
        </p:nvSpPr>
        <p:spPr>
          <a:xfrm>
            <a:off x="165600" y="434520"/>
            <a:ext cx="10860120" cy="559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2800" b="0" u="none" strike="noStrike">
                <a:solidFill>
                  <a:srgbClr val="923826"/>
                </a:solidFill>
                <a:effectLst/>
                <a:uFillTx/>
                <a:latin typeface="Open Sans Extrabold"/>
                <a:ea typeface="Open Sans Extrabold"/>
              </a:rPr>
              <a:t>Образец заголовка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177120" y="3406320"/>
            <a:ext cx="7314840" cy="313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Рисунок в центре + врезка +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Прямая соединительная линия 4"/>
          <p:cNvCxnSpPr/>
          <p:nvPr/>
        </p:nvCxnSpPr>
        <p:spPr>
          <a:xfrm>
            <a:off x="0" y="163800"/>
            <a:ext cx="10548360" cy="360"/>
          </a:xfrm>
          <a:prstGeom prst="straightConnector1">
            <a:avLst/>
          </a:prstGeom>
          <a:ln w="9525">
            <a:solidFill>
              <a:srgbClr val="923826"/>
            </a:solidFill>
          </a:ln>
        </p:spPr>
      </p:cxnSp>
      <p:pic>
        <p:nvPicPr>
          <p:cNvPr id="53" name="Рисунок 3"/>
          <p:cNvPicPr/>
          <p:nvPr/>
        </p:nvPicPr>
        <p:blipFill>
          <a:blip r:embed="rId2"/>
          <a:stretch/>
        </p:blipFill>
        <p:spPr>
          <a:xfrm>
            <a:off x="10343880" y="-309240"/>
            <a:ext cx="2044440" cy="1103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" name="Рисунок 3"/>
          <p:cNvPicPr/>
          <p:nvPr/>
        </p:nvPicPr>
        <p:blipFill>
          <a:blip r:embed="rId3"/>
          <a:stretch/>
        </p:blipFill>
        <p:spPr>
          <a:xfrm>
            <a:off x="0" y="1213200"/>
            <a:ext cx="7622280" cy="201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Прямоугольник: один усеченный угол 11"/>
          <p:cNvSpPr/>
          <p:nvPr/>
        </p:nvSpPr>
        <p:spPr>
          <a:xfrm>
            <a:off x="7833240" y="1213200"/>
            <a:ext cx="3933000" cy="5330880"/>
          </a:xfrm>
          <a:prstGeom prst="snip1Rect">
            <a:avLst>
              <a:gd name="adj" fmla="val 12725"/>
            </a:avLst>
          </a:prstGeom>
          <a:solidFill>
            <a:srgbClr val="f8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Open Sans"/>
              </a:rPr>
              <a:t>          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body"/>
          </p:nvPr>
        </p:nvSpPr>
        <p:spPr>
          <a:xfrm>
            <a:off x="8161560" y="1483200"/>
            <a:ext cx="3051000" cy="221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177120" y="3406320"/>
            <a:ext cx="7314840" cy="313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title"/>
          </p:nvPr>
        </p:nvSpPr>
        <p:spPr>
          <a:xfrm>
            <a:off x="165600" y="434520"/>
            <a:ext cx="10860120" cy="559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2800" b="0" u="none" strike="noStrike">
                <a:solidFill>
                  <a:srgbClr val="923826"/>
                </a:solidFill>
                <a:effectLst/>
                <a:uFillTx/>
                <a:latin typeface="Open Sans Extrabold"/>
                <a:ea typeface="Open Sans Extrabold"/>
              </a:rPr>
              <a:t>Образец заголовка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Диаграмма + текст справ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Прямая соединительная линия 4"/>
          <p:cNvCxnSpPr/>
          <p:nvPr/>
        </p:nvCxnSpPr>
        <p:spPr>
          <a:xfrm>
            <a:off x="0" y="163800"/>
            <a:ext cx="10548360" cy="360"/>
          </a:xfrm>
          <a:prstGeom prst="straightConnector1">
            <a:avLst/>
          </a:prstGeom>
          <a:ln w="9525">
            <a:solidFill>
              <a:srgbClr val="923826"/>
            </a:solidFill>
          </a:ln>
        </p:spPr>
      </p:cxnSp>
      <p:pic>
        <p:nvPicPr>
          <p:cNvPr id="60" name="Рисунок 3"/>
          <p:cNvPicPr/>
          <p:nvPr/>
        </p:nvPicPr>
        <p:blipFill>
          <a:blip r:embed="rId2"/>
          <a:stretch/>
        </p:blipFill>
        <p:spPr>
          <a:xfrm>
            <a:off x="10343880" y="-309240"/>
            <a:ext cx="2044440" cy="110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PlaceHolder 1"/>
          <p:cNvSpPr>
            <a:spLocks noGrp="1"/>
          </p:cNvSpPr>
          <p:nvPr>
            <p:ph type="body"/>
          </p:nvPr>
        </p:nvSpPr>
        <p:spPr>
          <a:xfrm>
            <a:off x="6409080" y="1222920"/>
            <a:ext cx="5574960" cy="537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1360" y="1229040"/>
            <a:ext cx="6051960" cy="5354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Click to edit the outline text format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Second Outline Level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Third Outline Level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Fourth Outline Level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Fifth Outline Level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Sixth Outline Level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Seventh Outline Level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title"/>
          </p:nvPr>
        </p:nvSpPr>
        <p:spPr>
          <a:xfrm>
            <a:off x="165600" y="434520"/>
            <a:ext cx="10960920" cy="559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2800" b="0" u="none" strike="noStrike">
                <a:solidFill>
                  <a:srgbClr val="923826"/>
                </a:solidFill>
                <a:effectLst/>
                <a:uFillTx/>
                <a:latin typeface="Open Sans Extrabold"/>
                <a:ea typeface="Open Sans Extrabold"/>
              </a:rPr>
              <a:t>Образец заголовка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Титульны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Прямая соединительная линия 4"/>
          <p:cNvCxnSpPr/>
          <p:nvPr/>
        </p:nvCxnSpPr>
        <p:spPr>
          <a:xfrm>
            <a:off x="0" y="163800"/>
            <a:ext cx="10548360" cy="360"/>
          </a:xfrm>
          <a:prstGeom prst="straightConnector1">
            <a:avLst/>
          </a:prstGeom>
          <a:ln w="9525">
            <a:solidFill>
              <a:srgbClr val="923826"/>
            </a:solidFill>
          </a:ln>
        </p:spPr>
      </p:cxnSp>
      <p:pic>
        <p:nvPicPr>
          <p:cNvPr id="65" name="Рисунок 3" hidden="1"/>
          <p:cNvPicPr/>
          <p:nvPr/>
        </p:nvPicPr>
        <p:blipFill>
          <a:blip r:embed="rId2"/>
          <a:stretch/>
        </p:blipFill>
        <p:spPr>
          <a:xfrm>
            <a:off x="10343880" y="-309240"/>
            <a:ext cx="2044440" cy="110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Прямоугольник 4"/>
          <p:cNvSpPr/>
          <p:nvPr/>
        </p:nvSpPr>
        <p:spPr>
          <a:xfrm>
            <a:off x="8204040" y="0"/>
            <a:ext cx="3987360" cy="3684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pic>
        <p:nvPicPr>
          <p:cNvPr id="67" name="Рисунок 7"/>
          <p:cNvPicPr/>
          <p:nvPr/>
        </p:nvPicPr>
        <p:blipFill>
          <a:blip r:embed="rId3"/>
          <a:stretch/>
        </p:blipFill>
        <p:spPr>
          <a:xfrm>
            <a:off x="0" y="0"/>
            <a:ext cx="820368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Прямоугольник 5"/>
          <p:cNvSpPr/>
          <p:nvPr/>
        </p:nvSpPr>
        <p:spPr>
          <a:xfrm>
            <a:off x="8204040" y="6200640"/>
            <a:ext cx="3987360" cy="657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69" name="Прямоугольник 9"/>
          <p:cNvSpPr/>
          <p:nvPr/>
        </p:nvSpPr>
        <p:spPr>
          <a:xfrm>
            <a:off x="1086840" y="3684960"/>
            <a:ext cx="7116840" cy="2515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70" name="Прямоугольник 8"/>
          <p:cNvSpPr/>
          <p:nvPr/>
        </p:nvSpPr>
        <p:spPr>
          <a:xfrm>
            <a:off x="1168560" y="3746520"/>
            <a:ext cx="11023200" cy="2387160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pic>
        <p:nvPicPr>
          <p:cNvPr id="71" name="Рисунок 10"/>
          <p:cNvPicPr/>
          <p:nvPr/>
        </p:nvPicPr>
        <p:blipFill>
          <a:blip r:embed="rId4"/>
          <a:stretch/>
        </p:blipFill>
        <p:spPr>
          <a:xfrm>
            <a:off x="7912080" y="-646920"/>
            <a:ext cx="4572000" cy="2468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&quot;Дорожная карта&quot;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" name="Прямая соединительная линия 4"/>
          <p:cNvCxnSpPr/>
          <p:nvPr/>
        </p:nvCxnSpPr>
        <p:spPr>
          <a:xfrm>
            <a:off x="0" y="163800"/>
            <a:ext cx="10548360" cy="360"/>
          </a:xfrm>
          <a:prstGeom prst="straightConnector1">
            <a:avLst/>
          </a:prstGeom>
          <a:ln w="9525">
            <a:solidFill>
              <a:srgbClr val="923826"/>
            </a:solidFill>
          </a:ln>
        </p:spPr>
      </p:cxnSp>
      <p:pic>
        <p:nvPicPr>
          <p:cNvPr id="73" name="Рисунок 3"/>
          <p:cNvPicPr/>
          <p:nvPr/>
        </p:nvPicPr>
        <p:blipFill>
          <a:blip r:embed="rId2"/>
          <a:stretch/>
        </p:blipFill>
        <p:spPr>
          <a:xfrm>
            <a:off x="10343880" y="-309240"/>
            <a:ext cx="2044440" cy="110376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74" name="Соединительная линия уступом 5"/>
          <p:cNvCxnSpPr/>
          <p:nvPr/>
        </p:nvCxnSpPr>
        <p:spPr>
          <a:xfrm>
            <a:off x="165600" y="1417320"/>
            <a:ext cx="11756160" cy="1194480"/>
          </a:xfrm>
          <a:prstGeom prst="bentConnector3">
            <a:avLst>
              <a:gd name="adj1" fmla="val 50001"/>
            </a:avLst>
          </a:prstGeom>
          <a:ln>
            <a:solidFill>
              <a:srgbClr val="181818">
                <a:lumMod val="65000"/>
                <a:lumOff val="35000"/>
              </a:srgbClr>
            </a:solidFill>
          </a:ln>
        </p:spPr>
      </p:cxnSp>
      <p:sp>
        <p:nvSpPr>
          <p:cNvPr id="75" name="PlaceHolder 1"/>
          <p:cNvSpPr>
            <a:spLocks noGrp="1"/>
          </p:cNvSpPr>
          <p:nvPr>
            <p:ph type="body"/>
          </p:nvPr>
        </p:nvSpPr>
        <p:spPr>
          <a:xfrm>
            <a:off x="348480" y="1603440"/>
            <a:ext cx="1559880" cy="2362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1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1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2711520" y="1603440"/>
            <a:ext cx="1559880" cy="2362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1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1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6308640" y="1277640"/>
            <a:ext cx="5612400" cy="562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1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1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5879880" y="2781000"/>
            <a:ext cx="3417840" cy="1013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1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1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9479160" y="2781000"/>
            <a:ext cx="2441880" cy="1013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1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1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48480" y="4821840"/>
            <a:ext cx="11612520" cy="1493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1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1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title"/>
          </p:nvPr>
        </p:nvSpPr>
        <p:spPr>
          <a:xfrm>
            <a:off x="165600" y="434520"/>
            <a:ext cx="10860120" cy="559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2800" b="0" u="none" strike="noStrike">
                <a:solidFill>
                  <a:srgbClr val="923826"/>
                </a:solidFill>
                <a:effectLst/>
                <a:uFillTx/>
                <a:latin typeface="Open Sans Extrabold"/>
                <a:ea typeface="Open Sans Extrabold"/>
              </a:rPr>
              <a:t>Образец заголовка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Прямая соединительная линия 4"/>
          <p:cNvCxnSpPr/>
          <p:nvPr/>
        </p:nvCxnSpPr>
        <p:spPr>
          <a:xfrm>
            <a:off x="0" y="163800"/>
            <a:ext cx="10548360" cy="360"/>
          </a:xfrm>
          <a:prstGeom prst="straightConnector1">
            <a:avLst/>
          </a:prstGeom>
          <a:ln w="9525">
            <a:solidFill>
              <a:srgbClr val="923826"/>
            </a:solidFill>
          </a:ln>
        </p:spPr>
      </p:cxnSp>
      <p:pic>
        <p:nvPicPr>
          <p:cNvPr id="83" name="Рисунок 3" hidden="1"/>
          <p:cNvPicPr/>
          <p:nvPr/>
        </p:nvPicPr>
        <p:blipFill>
          <a:blip r:embed="rId2"/>
          <a:stretch/>
        </p:blipFill>
        <p:spPr>
          <a:xfrm>
            <a:off x="10343880" y="-309240"/>
            <a:ext cx="2044440" cy="110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Прямоугольник 12"/>
          <p:cNvSpPr/>
          <p:nvPr/>
        </p:nvSpPr>
        <p:spPr>
          <a:xfrm>
            <a:off x="0" y="0"/>
            <a:ext cx="12191760" cy="112428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85" name="Прямоугольник 13"/>
          <p:cNvSpPr/>
          <p:nvPr/>
        </p:nvSpPr>
        <p:spPr>
          <a:xfrm>
            <a:off x="0" y="5360040"/>
            <a:ext cx="12191760" cy="14976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86" name="Прямоугольник 9"/>
          <p:cNvSpPr/>
          <p:nvPr/>
        </p:nvSpPr>
        <p:spPr>
          <a:xfrm>
            <a:off x="0" y="1179000"/>
            <a:ext cx="12191760" cy="4122000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body"/>
          </p:nvPr>
        </p:nvSpPr>
        <p:spPr>
          <a:xfrm>
            <a:off x="439200" y="2249640"/>
            <a:ext cx="5108040" cy="490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Open Sans Light"/>
                <a:ea typeface="Open Sans Light"/>
              </a:rPr>
              <a:t>Образец текста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Open Sans Light"/>
                <a:ea typeface="Open Sans Light"/>
              </a:rPr>
              <a:t>Второй уровень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9144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Open Sans Light"/>
                <a:ea typeface="Open Sans Light"/>
              </a:rPr>
              <a:t>Третий уровень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13716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Open Sans Light"/>
                <a:ea typeface="Open Sans Light"/>
              </a:rPr>
              <a:t>Четвертый уровень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18288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Open Sans Light"/>
                <a:ea typeface="Open Sans Light"/>
              </a:rPr>
              <a:t>Пятый уровень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88" name="Прямоугольник 3"/>
          <p:cNvSpPr/>
          <p:nvPr/>
        </p:nvSpPr>
        <p:spPr>
          <a:xfrm>
            <a:off x="439200" y="1354680"/>
            <a:ext cx="211284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Open Sans Extrabold"/>
                <a:ea typeface="Open Sans Extrabold"/>
              </a:rPr>
              <a:t>Контакты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Рисунок 8"/>
          <p:cNvPicPr/>
          <p:nvPr/>
        </p:nvPicPr>
        <p:blipFill>
          <a:blip r:embed="rId3"/>
          <a:stretch/>
        </p:blipFill>
        <p:spPr>
          <a:xfrm>
            <a:off x="-232920" y="-788400"/>
            <a:ext cx="5002920" cy="27010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Прямая соединительная линия 4"/>
          <p:cNvCxnSpPr/>
          <p:nvPr/>
        </p:nvCxnSpPr>
        <p:spPr>
          <a:xfrm>
            <a:off x="0" y="163800"/>
            <a:ext cx="10548360" cy="360"/>
          </a:xfrm>
          <a:prstGeom prst="straightConnector1">
            <a:avLst/>
          </a:prstGeom>
          <a:ln w="9525">
            <a:solidFill>
              <a:srgbClr val="923826"/>
            </a:solidFill>
          </a:ln>
        </p:spPr>
      </p:cxnSp>
      <p:pic>
        <p:nvPicPr>
          <p:cNvPr id="91" name="Рисунок 3"/>
          <p:cNvPicPr/>
          <p:nvPr/>
        </p:nvPicPr>
        <p:blipFill>
          <a:blip r:embed="rId2"/>
          <a:stretch/>
        </p:blipFill>
        <p:spPr>
          <a:xfrm>
            <a:off x="10343880" y="-309240"/>
            <a:ext cx="2044440" cy="110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Open Sans Extrabold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81818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181818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181818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181818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181818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Open Sa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&lt;date/time&gt;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Open Sa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B608EED-DC64-4C65-8286-315E202224E9}" type="slidenum">
              <a:rPr lang="ru-RU" sz="1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&lt;number&gt;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" name="Прямая соединительная линия 4"/>
          <p:cNvCxnSpPr/>
          <p:nvPr/>
        </p:nvCxnSpPr>
        <p:spPr>
          <a:xfrm>
            <a:off x="0" y="163800"/>
            <a:ext cx="10548360" cy="360"/>
          </a:xfrm>
          <a:prstGeom prst="straightConnector1">
            <a:avLst/>
          </a:prstGeom>
          <a:ln w="9525">
            <a:solidFill>
              <a:srgbClr val="923826"/>
            </a:solidFill>
          </a:ln>
        </p:spPr>
      </p:cxnSp>
      <p:pic>
        <p:nvPicPr>
          <p:cNvPr id="98" name="Рисунок 3" hidden="1"/>
          <p:cNvPicPr/>
          <p:nvPr/>
        </p:nvPicPr>
        <p:blipFill>
          <a:blip r:embed="rId2"/>
          <a:stretch/>
        </p:blipFill>
        <p:spPr>
          <a:xfrm>
            <a:off x="10343880" y="-309240"/>
            <a:ext cx="2044440" cy="110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Прямоугольник 9"/>
          <p:cNvSpPr/>
          <p:nvPr/>
        </p:nvSpPr>
        <p:spPr>
          <a:xfrm>
            <a:off x="0" y="1179000"/>
            <a:ext cx="12191760" cy="4122000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100" name="Прямоугольник 12"/>
          <p:cNvSpPr/>
          <p:nvPr/>
        </p:nvSpPr>
        <p:spPr>
          <a:xfrm>
            <a:off x="0" y="0"/>
            <a:ext cx="12191760" cy="112428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101" name="Прямоугольник 13"/>
          <p:cNvSpPr/>
          <p:nvPr/>
        </p:nvSpPr>
        <p:spPr>
          <a:xfrm>
            <a:off x="0" y="5360040"/>
            <a:ext cx="12191760" cy="14976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pic>
        <p:nvPicPr>
          <p:cNvPr id="102" name="Рисунок 6"/>
          <p:cNvPicPr/>
          <p:nvPr/>
        </p:nvPicPr>
        <p:blipFill>
          <a:blip r:embed="rId3"/>
          <a:stretch/>
        </p:blipFill>
        <p:spPr>
          <a:xfrm>
            <a:off x="5187240" y="1179000"/>
            <a:ext cx="7004520" cy="4122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Рисунок 1"/>
          <p:cNvPicPr/>
          <p:nvPr/>
        </p:nvPicPr>
        <p:blipFill>
          <a:blip r:embed="rId4"/>
          <a:stretch/>
        </p:blipFill>
        <p:spPr>
          <a:xfrm>
            <a:off x="-232920" y="-788400"/>
            <a:ext cx="5002920" cy="27010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" name="Прямая соединительная линия 4"/>
          <p:cNvCxnSpPr/>
          <p:nvPr/>
        </p:nvCxnSpPr>
        <p:spPr>
          <a:xfrm>
            <a:off x="0" y="163800"/>
            <a:ext cx="10548360" cy="360"/>
          </a:xfrm>
          <a:prstGeom prst="straightConnector1">
            <a:avLst/>
          </a:prstGeom>
          <a:ln w="9525">
            <a:solidFill>
              <a:srgbClr val="923826"/>
            </a:solidFill>
          </a:ln>
        </p:spPr>
      </p:cxnSp>
      <p:pic>
        <p:nvPicPr>
          <p:cNvPr id="105" name="Рисунок 3" hidden="1"/>
          <p:cNvPicPr/>
          <p:nvPr/>
        </p:nvPicPr>
        <p:blipFill>
          <a:blip r:embed="rId2"/>
          <a:stretch/>
        </p:blipFill>
        <p:spPr>
          <a:xfrm>
            <a:off x="10343880" y="-309240"/>
            <a:ext cx="2044440" cy="110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Прямоугольник 9"/>
          <p:cNvSpPr/>
          <p:nvPr/>
        </p:nvSpPr>
        <p:spPr>
          <a:xfrm>
            <a:off x="0" y="1179000"/>
            <a:ext cx="12191760" cy="4122000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107" name="Прямоугольник 12"/>
          <p:cNvSpPr/>
          <p:nvPr/>
        </p:nvSpPr>
        <p:spPr>
          <a:xfrm>
            <a:off x="0" y="0"/>
            <a:ext cx="12191760" cy="11242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108" name="Прямоугольник 13"/>
          <p:cNvSpPr/>
          <p:nvPr/>
        </p:nvSpPr>
        <p:spPr>
          <a:xfrm>
            <a:off x="0" y="5360040"/>
            <a:ext cx="12191760" cy="1497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pic>
        <p:nvPicPr>
          <p:cNvPr id="109" name="Рисунок 6"/>
          <p:cNvPicPr/>
          <p:nvPr/>
        </p:nvPicPr>
        <p:blipFill>
          <a:blip r:embed="rId3"/>
          <a:stretch/>
        </p:blipFill>
        <p:spPr>
          <a:xfrm>
            <a:off x="5187240" y="1179000"/>
            <a:ext cx="7004520" cy="4122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Рисунок 7"/>
          <p:cNvPicPr/>
          <p:nvPr/>
        </p:nvPicPr>
        <p:blipFill>
          <a:blip r:embed="rId4"/>
          <a:stretch/>
        </p:blipFill>
        <p:spPr>
          <a:xfrm>
            <a:off x="-317520" y="-672120"/>
            <a:ext cx="4572000" cy="2468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1" name="Прямая соединительная линия 4"/>
          <p:cNvCxnSpPr/>
          <p:nvPr/>
        </p:nvCxnSpPr>
        <p:spPr>
          <a:xfrm>
            <a:off x="0" y="163800"/>
            <a:ext cx="10548360" cy="360"/>
          </a:xfrm>
          <a:prstGeom prst="straightConnector1">
            <a:avLst/>
          </a:prstGeom>
          <a:ln w="9525">
            <a:solidFill>
              <a:srgbClr val="923826"/>
            </a:solidFill>
          </a:ln>
        </p:spPr>
      </p:cxnSp>
      <p:pic>
        <p:nvPicPr>
          <p:cNvPr id="112" name="Рисунок 3" hidden="1"/>
          <p:cNvPicPr/>
          <p:nvPr/>
        </p:nvPicPr>
        <p:blipFill>
          <a:blip r:embed="rId2"/>
          <a:stretch/>
        </p:blipFill>
        <p:spPr>
          <a:xfrm>
            <a:off x="10343880" y="-309240"/>
            <a:ext cx="2044440" cy="110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Прямоугольник 9"/>
          <p:cNvSpPr/>
          <p:nvPr/>
        </p:nvSpPr>
        <p:spPr>
          <a:xfrm>
            <a:off x="0" y="1179000"/>
            <a:ext cx="12191760" cy="4122000"/>
          </a:xfrm>
          <a:prstGeom prst="rect">
            <a:avLst/>
          </a:prstGeom>
          <a:solidFill>
            <a:srgbClr val="d3b2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114" name="Прямоугольник 12"/>
          <p:cNvSpPr/>
          <p:nvPr/>
        </p:nvSpPr>
        <p:spPr>
          <a:xfrm>
            <a:off x="0" y="0"/>
            <a:ext cx="12191760" cy="112428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115" name="Прямоугольник 13"/>
          <p:cNvSpPr/>
          <p:nvPr/>
        </p:nvSpPr>
        <p:spPr>
          <a:xfrm>
            <a:off x="0" y="5360040"/>
            <a:ext cx="12191760" cy="14976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pic>
        <p:nvPicPr>
          <p:cNvPr id="116" name="Рисунок 6"/>
          <p:cNvPicPr/>
          <p:nvPr/>
        </p:nvPicPr>
        <p:blipFill>
          <a:blip r:embed="rId3"/>
          <a:stretch/>
        </p:blipFill>
        <p:spPr>
          <a:xfrm>
            <a:off x="5945760" y="1179000"/>
            <a:ext cx="6245640" cy="4122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Рисунок 7"/>
          <p:cNvPicPr/>
          <p:nvPr/>
        </p:nvPicPr>
        <p:blipFill>
          <a:blip r:embed="rId4"/>
          <a:stretch/>
        </p:blipFill>
        <p:spPr>
          <a:xfrm>
            <a:off x="-232920" y="-788400"/>
            <a:ext cx="5002920" cy="27010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_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Прямая соединительная линия 4"/>
          <p:cNvCxnSpPr/>
          <p:nvPr/>
        </p:nvCxnSpPr>
        <p:spPr>
          <a:xfrm>
            <a:off x="0" y="163800"/>
            <a:ext cx="10548360" cy="360"/>
          </a:xfrm>
          <a:prstGeom prst="straightConnector1">
            <a:avLst/>
          </a:prstGeom>
          <a:ln w="9525">
            <a:solidFill>
              <a:srgbClr val="923826"/>
            </a:solidFill>
          </a:ln>
        </p:spPr>
      </p:cxnSp>
      <p:pic>
        <p:nvPicPr>
          <p:cNvPr id="119" name="Рисунок 3" hidden="1"/>
          <p:cNvPicPr/>
          <p:nvPr/>
        </p:nvPicPr>
        <p:blipFill>
          <a:blip r:embed="rId2"/>
          <a:stretch/>
        </p:blipFill>
        <p:spPr>
          <a:xfrm>
            <a:off x="10343880" y="-309240"/>
            <a:ext cx="2044440" cy="110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Прямоугольник 9"/>
          <p:cNvSpPr/>
          <p:nvPr/>
        </p:nvSpPr>
        <p:spPr>
          <a:xfrm>
            <a:off x="0" y="1179000"/>
            <a:ext cx="12191760" cy="4122000"/>
          </a:xfrm>
          <a:prstGeom prst="rect">
            <a:avLst/>
          </a:prstGeom>
          <a:solidFill>
            <a:srgbClr val="d3b2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121" name="Прямоугольник 12"/>
          <p:cNvSpPr/>
          <p:nvPr/>
        </p:nvSpPr>
        <p:spPr>
          <a:xfrm>
            <a:off x="0" y="0"/>
            <a:ext cx="12191760" cy="11242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122" name="Прямоугольник 13"/>
          <p:cNvSpPr/>
          <p:nvPr/>
        </p:nvSpPr>
        <p:spPr>
          <a:xfrm>
            <a:off x="0" y="5360040"/>
            <a:ext cx="12191760" cy="1497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pic>
        <p:nvPicPr>
          <p:cNvPr id="123" name="Рисунок 6"/>
          <p:cNvPicPr/>
          <p:nvPr/>
        </p:nvPicPr>
        <p:blipFill>
          <a:blip r:embed="rId3"/>
          <a:stretch/>
        </p:blipFill>
        <p:spPr>
          <a:xfrm>
            <a:off x="5945760" y="1179000"/>
            <a:ext cx="6245640" cy="4122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Рисунок 10"/>
          <p:cNvPicPr/>
          <p:nvPr/>
        </p:nvPicPr>
        <p:blipFill>
          <a:blip r:embed="rId4"/>
          <a:stretch/>
        </p:blipFill>
        <p:spPr>
          <a:xfrm>
            <a:off x="-317520" y="-672120"/>
            <a:ext cx="4572000" cy="2468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Прямая соединительная линия 4"/>
          <p:cNvCxnSpPr/>
          <p:nvPr/>
        </p:nvCxnSpPr>
        <p:spPr>
          <a:xfrm>
            <a:off x="0" y="163800"/>
            <a:ext cx="10548360" cy="360"/>
          </a:xfrm>
          <a:prstGeom prst="straightConnector1">
            <a:avLst/>
          </a:prstGeom>
          <a:ln w="9525">
            <a:solidFill>
              <a:srgbClr val="923826"/>
            </a:solidFill>
          </a:ln>
        </p:spPr>
      </p:cxnSp>
      <p:pic>
        <p:nvPicPr>
          <p:cNvPr id="126" name="Рисунок 3" hidden="1"/>
          <p:cNvPicPr/>
          <p:nvPr/>
        </p:nvPicPr>
        <p:blipFill>
          <a:blip r:embed="rId2"/>
          <a:stretch/>
        </p:blipFill>
        <p:spPr>
          <a:xfrm>
            <a:off x="10343880" y="-309240"/>
            <a:ext cx="2044440" cy="110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Прямоугольник 9"/>
          <p:cNvSpPr/>
          <p:nvPr/>
        </p:nvSpPr>
        <p:spPr>
          <a:xfrm>
            <a:off x="0" y="1179000"/>
            <a:ext cx="12191760" cy="412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128" name="Прямоугольник 12"/>
          <p:cNvSpPr/>
          <p:nvPr/>
        </p:nvSpPr>
        <p:spPr>
          <a:xfrm>
            <a:off x="0" y="0"/>
            <a:ext cx="12191760" cy="112428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129" name="Прямоугольник 13"/>
          <p:cNvSpPr/>
          <p:nvPr/>
        </p:nvSpPr>
        <p:spPr>
          <a:xfrm>
            <a:off x="0" y="5360040"/>
            <a:ext cx="12191760" cy="14976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pic>
        <p:nvPicPr>
          <p:cNvPr id="130" name="Рисунок 140"/>
          <p:cNvPicPr/>
          <p:nvPr/>
        </p:nvPicPr>
        <p:blipFill>
          <a:blip r:embed="rId3"/>
          <a:stretch/>
        </p:blipFill>
        <p:spPr>
          <a:xfrm>
            <a:off x="6008760" y="1179000"/>
            <a:ext cx="6183000" cy="4122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Рисунок 6"/>
          <p:cNvPicPr/>
          <p:nvPr/>
        </p:nvPicPr>
        <p:blipFill>
          <a:blip r:embed="rId4"/>
          <a:stretch/>
        </p:blipFill>
        <p:spPr>
          <a:xfrm>
            <a:off x="-232920" y="-788400"/>
            <a:ext cx="5002920" cy="27010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Прямая соединительная линия 4"/>
          <p:cNvCxnSpPr/>
          <p:nvPr/>
        </p:nvCxnSpPr>
        <p:spPr>
          <a:xfrm>
            <a:off x="0" y="163800"/>
            <a:ext cx="10548360" cy="360"/>
          </a:xfrm>
          <a:prstGeom prst="straightConnector1">
            <a:avLst/>
          </a:prstGeom>
          <a:ln w="9525">
            <a:solidFill>
              <a:srgbClr val="923826"/>
            </a:solidFill>
          </a:ln>
        </p:spPr>
      </p:cxnSp>
      <p:pic>
        <p:nvPicPr>
          <p:cNvPr id="133" name="Рисунок 3" hidden="1"/>
          <p:cNvPicPr/>
          <p:nvPr/>
        </p:nvPicPr>
        <p:blipFill>
          <a:blip r:embed="rId2"/>
          <a:stretch/>
        </p:blipFill>
        <p:spPr>
          <a:xfrm>
            <a:off x="10343880" y="-309240"/>
            <a:ext cx="2044440" cy="110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Прямоугольник 9"/>
          <p:cNvSpPr/>
          <p:nvPr/>
        </p:nvSpPr>
        <p:spPr>
          <a:xfrm>
            <a:off x="0" y="1179000"/>
            <a:ext cx="12191760" cy="412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135" name="Прямоугольник 12"/>
          <p:cNvSpPr/>
          <p:nvPr/>
        </p:nvSpPr>
        <p:spPr>
          <a:xfrm>
            <a:off x="0" y="0"/>
            <a:ext cx="12191760" cy="11242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136" name="Прямоугольник 13"/>
          <p:cNvSpPr/>
          <p:nvPr/>
        </p:nvSpPr>
        <p:spPr>
          <a:xfrm>
            <a:off x="0" y="5360040"/>
            <a:ext cx="12191760" cy="1497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grpSp>
        <p:nvGrpSpPr>
          <p:cNvPr id="137" name="Группа 52"/>
          <p:cNvGrpSpPr/>
          <p:nvPr/>
        </p:nvGrpSpPr>
        <p:grpSpPr>
          <a:xfrm>
            <a:off x="9142920" y="0"/>
            <a:ext cx="2527920" cy="1473840"/>
            <a:chOff x="9142920" y="0"/>
            <a:chExt cx="2527920" cy="1473840"/>
          </a:xfrm>
        </p:grpSpPr>
        <p:cxnSp>
          <p:nvCxnSpPr>
            <p:cNvPr id="138" name="Прямая соединительная линия 54"/>
            <p:cNvCxnSpPr/>
            <p:nvPr/>
          </p:nvCxnSpPr>
          <p:spPr>
            <a:xfrm flipV="1">
              <a:off x="9142920" y="0"/>
              <a:ext cx="833760" cy="1474200"/>
            </a:xfrm>
            <a:prstGeom prst="straightConnector1">
              <a:avLst/>
            </a:prstGeom>
            <a:ln w="12700">
              <a:solidFill>
                <a:schemeClr val="lt1">
                  <a:alpha val="30000"/>
                </a:schemeClr>
              </a:solidFill>
            </a:ln>
          </p:spPr>
        </p:cxnSp>
        <p:cxnSp>
          <p:nvCxnSpPr>
            <p:cNvPr id="139" name="Прямая соединительная линия 56"/>
            <p:cNvCxnSpPr/>
            <p:nvPr/>
          </p:nvCxnSpPr>
          <p:spPr>
            <a:xfrm flipV="1">
              <a:off x="9257400" y="0"/>
              <a:ext cx="833760" cy="1474200"/>
            </a:xfrm>
            <a:prstGeom prst="straightConnector1">
              <a:avLst/>
            </a:prstGeom>
            <a:ln w="12700">
              <a:solidFill>
                <a:schemeClr val="lt1">
                  <a:alpha val="30000"/>
                </a:schemeClr>
              </a:solidFill>
            </a:ln>
          </p:spPr>
        </p:cxnSp>
        <p:cxnSp>
          <p:nvCxnSpPr>
            <p:cNvPr id="140" name="Прямая соединительная линия 57"/>
            <p:cNvCxnSpPr/>
            <p:nvPr/>
          </p:nvCxnSpPr>
          <p:spPr>
            <a:xfrm flipV="1">
              <a:off x="9364680" y="0"/>
              <a:ext cx="833760" cy="1474200"/>
            </a:xfrm>
            <a:prstGeom prst="straightConnector1">
              <a:avLst/>
            </a:prstGeom>
            <a:ln w="12700">
              <a:solidFill>
                <a:schemeClr val="lt1">
                  <a:alpha val="30000"/>
                </a:schemeClr>
              </a:solidFill>
            </a:ln>
          </p:spPr>
        </p:cxnSp>
        <p:cxnSp>
          <p:nvCxnSpPr>
            <p:cNvPr id="141" name="Прямая соединительная линия 58"/>
            <p:cNvCxnSpPr/>
            <p:nvPr/>
          </p:nvCxnSpPr>
          <p:spPr>
            <a:xfrm flipV="1">
              <a:off x="9479160" y="0"/>
              <a:ext cx="833760" cy="1474200"/>
            </a:xfrm>
            <a:prstGeom prst="straightConnector1">
              <a:avLst/>
            </a:prstGeom>
            <a:ln w="12700">
              <a:solidFill>
                <a:schemeClr val="lt1">
                  <a:alpha val="30000"/>
                </a:schemeClr>
              </a:solidFill>
            </a:ln>
          </p:spPr>
        </p:cxnSp>
        <p:cxnSp>
          <p:nvCxnSpPr>
            <p:cNvPr id="142" name="Прямая соединительная линия 59"/>
            <p:cNvCxnSpPr/>
            <p:nvPr/>
          </p:nvCxnSpPr>
          <p:spPr>
            <a:xfrm flipV="1">
              <a:off x="9594360" y="0"/>
              <a:ext cx="833760" cy="1474200"/>
            </a:xfrm>
            <a:prstGeom prst="straightConnector1">
              <a:avLst/>
            </a:prstGeom>
            <a:ln w="12700">
              <a:solidFill>
                <a:schemeClr val="lt1">
                  <a:alpha val="30000"/>
                </a:schemeClr>
              </a:solidFill>
            </a:ln>
          </p:spPr>
        </p:cxnSp>
        <p:cxnSp>
          <p:nvCxnSpPr>
            <p:cNvPr id="143" name="Прямая соединительная линия 60"/>
            <p:cNvCxnSpPr/>
            <p:nvPr/>
          </p:nvCxnSpPr>
          <p:spPr>
            <a:xfrm flipV="1">
              <a:off x="9709200" y="0"/>
              <a:ext cx="833400" cy="1474200"/>
            </a:xfrm>
            <a:prstGeom prst="straightConnector1">
              <a:avLst/>
            </a:prstGeom>
            <a:ln w="12700">
              <a:solidFill>
                <a:schemeClr val="lt1">
                  <a:alpha val="30000"/>
                </a:schemeClr>
              </a:solidFill>
            </a:ln>
          </p:spPr>
        </p:cxnSp>
        <p:cxnSp>
          <p:nvCxnSpPr>
            <p:cNvPr id="144" name="Прямая соединительная линия 61"/>
            <p:cNvCxnSpPr/>
            <p:nvPr/>
          </p:nvCxnSpPr>
          <p:spPr>
            <a:xfrm flipV="1">
              <a:off x="9816480" y="0"/>
              <a:ext cx="833400" cy="1474200"/>
            </a:xfrm>
            <a:prstGeom prst="straightConnector1">
              <a:avLst/>
            </a:prstGeom>
            <a:ln w="12700">
              <a:solidFill>
                <a:schemeClr val="lt1">
                  <a:alpha val="30000"/>
                </a:schemeClr>
              </a:solidFill>
            </a:ln>
          </p:spPr>
        </p:cxnSp>
        <p:cxnSp>
          <p:nvCxnSpPr>
            <p:cNvPr id="145" name="Прямая соединительная линия 62"/>
            <p:cNvCxnSpPr/>
            <p:nvPr/>
          </p:nvCxnSpPr>
          <p:spPr>
            <a:xfrm flipV="1">
              <a:off x="9930960" y="0"/>
              <a:ext cx="833400" cy="1474200"/>
            </a:xfrm>
            <a:prstGeom prst="straightConnector1">
              <a:avLst/>
            </a:prstGeom>
            <a:ln w="12700">
              <a:solidFill>
                <a:schemeClr val="lt1">
                  <a:alpha val="30000"/>
                </a:schemeClr>
              </a:solidFill>
            </a:ln>
          </p:spPr>
        </p:cxnSp>
        <p:cxnSp>
          <p:nvCxnSpPr>
            <p:cNvPr id="146" name="Прямая соединительная линия 63"/>
            <p:cNvCxnSpPr/>
            <p:nvPr/>
          </p:nvCxnSpPr>
          <p:spPr>
            <a:xfrm flipV="1">
              <a:off x="10049760" y="0"/>
              <a:ext cx="833400" cy="1474200"/>
            </a:xfrm>
            <a:prstGeom prst="straightConnector1">
              <a:avLst/>
            </a:prstGeom>
            <a:ln w="12700">
              <a:solidFill>
                <a:schemeClr val="lt1">
                  <a:alpha val="30000"/>
                </a:schemeClr>
              </a:solidFill>
            </a:ln>
          </p:spPr>
        </p:cxnSp>
        <p:cxnSp>
          <p:nvCxnSpPr>
            <p:cNvPr id="147" name="Прямая соединительная линия 64"/>
            <p:cNvCxnSpPr/>
            <p:nvPr/>
          </p:nvCxnSpPr>
          <p:spPr>
            <a:xfrm flipV="1">
              <a:off x="10164240" y="0"/>
              <a:ext cx="833400" cy="1474200"/>
            </a:xfrm>
            <a:prstGeom prst="straightConnector1">
              <a:avLst/>
            </a:prstGeom>
            <a:ln w="12700">
              <a:solidFill>
                <a:schemeClr val="lt1">
                  <a:alpha val="30000"/>
                </a:schemeClr>
              </a:solidFill>
            </a:ln>
          </p:spPr>
        </p:cxnSp>
        <p:cxnSp>
          <p:nvCxnSpPr>
            <p:cNvPr id="148" name="Прямая соединительная линия 65"/>
            <p:cNvCxnSpPr/>
            <p:nvPr/>
          </p:nvCxnSpPr>
          <p:spPr>
            <a:xfrm flipV="1">
              <a:off x="10271520" y="0"/>
              <a:ext cx="833400" cy="1474200"/>
            </a:xfrm>
            <a:prstGeom prst="straightConnector1">
              <a:avLst/>
            </a:prstGeom>
            <a:ln w="12700">
              <a:solidFill>
                <a:schemeClr val="lt1">
                  <a:alpha val="30000"/>
                </a:schemeClr>
              </a:solidFill>
            </a:ln>
          </p:spPr>
        </p:cxnSp>
        <p:cxnSp>
          <p:nvCxnSpPr>
            <p:cNvPr id="149" name="Прямая соединительная линия 66"/>
            <p:cNvCxnSpPr/>
            <p:nvPr/>
          </p:nvCxnSpPr>
          <p:spPr>
            <a:xfrm flipV="1">
              <a:off x="10386000" y="0"/>
              <a:ext cx="833400" cy="1474200"/>
            </a:xfrm>
            <a:prstGeom prst="straightConnector1">
              <a:avLst/>
            </a:prstGeom>
            <a:ln w="12700">
              <a:solidFill>
                <a:schemeClr val="lt1">
                  <a:alpha val="30000"/>
                </a:schemeClr>
              </a:solidFill>
            </a:ln>
          </p:spPr>
        </p:cxnSp>
        <p:cxnSp>
          <p:nvCxnSpPr>
            <p:cNvPr id="150" name="Прямая соединительная линия 67"/>
            <p:cNvCxnSpPr/>
            <p:nvPr/>
          </p:nvCxnSpPr>
          <p:spPr>
            <a:xfrm flipV="1">
              <a:off x="10501200" y="0"/>
              <a:ext cx="833760" cy="1474200"/>
            </a:xfrm>
            <a:prstGeom prst="straightConnector1">
              <a:avLst/>
            </a:prstGeom>
            <a:ln w="12700">
              <a:solidFill>
                <a:schemeClr val="lt1">
                  <a:alpha val="30000"/>
                </a:schemeClr>
              </a:solidFill>
            </a:ln>
          </p:spPr>
        </p:cxnSp>
        <p:cxnSp>
          <p:nvCxnSpPr>
            <p:cNvPr id="151" name="Прямая соединительная линия 68"/>
            <p:cNvCxnSpPr/>
            <p:nvPr/>
          </p:nvCxnSpPr>
          <p:spPr>
            <a:xfrm flipV="1">
              <a:off x="10615680" y="0"/>
              <a:ext cx="833760" cy="1474200"/>
            </a:xfrm>
            <a:prstGeom prst="straightConnector1">
              <a:avLst/>
            </a:prstGeom>
            <a:ln w="12700">
              <a:solidFill>
                <a:schemeClr val="lt1">
                  <a:alpha val="30000"/>
                </a:schemeClr>
              </a:solidFill>
            </a:ln>
          </p:spPr>
        </p:cxnSp>
        <p:cxnSp>
          <p:nvCxnSpPr>
            <p:cNvPr id="152" name="Прямая соединительная линия 69"/>
            <p:cNvCxnSpPr/>
            <p:nvPr/>
          </p:nvCxnSpPr>
          <p:spPr>
            <a:xfrm flipV="1">
              <a:off x="10722960" y="0"/>
              <a:ext cx="833760" cy="1474200"/>
            </a:xfrm>
            <a:prstGeom prst="straightConnector1">
              <a:avLst/>
            </a:prstGeom>
            <a:ln w="12700">
              <a:solidFill>
                <a:schemeClr val="lt1">
                  <a:alpha val="30000"/>
                </a:schemeClr>
              </a:solidFill>
            </a:ln>
          </p:spPr>
        </p:cxnSp>
        <p:cxnSp>
          <p:nvCxnSpPr>
            <p:cNvPr id="153" name="Прямая соединительная линия 70"/>
            <p:cNvCxnSpPr/>
            <p:nvPr/>
          </p:nvCxnSpPr>
          <p:spPr>
            <a:xfrm flipV="1">
              <a:off x="10837440" y="0"/>
              <a:ext cx="833760" cy="1474200"/>
            </a:xfrm>
            <a:prstGeom prst="straightConnector1">
              <a:avLst/>
            </a:prstGeom>
            <a:ln w="12700">
              <a:solidFill>
                <a:schemeClr val="lt1">
                  <a:alpha val="30000"/>
                </a:schemeClr>
              </a:solidFill>
            </a:ln>
          </p:spPr>
        </p:cxnSp>
      </p:grpSp>
      <p:pic>
        <p:nvPicPr>
          <p:cNvPr id="154" name="Рисунок 140"/>
          <p:cNvPicPr/>
          <p:nvPr/>
        </p:nvPicPr>
        <p:blipFill>
          <a:blip r:embed="rId3"/>
          <a:stretch/>
        </p:blipFill>
        <p:spPr>
          <a:xfrm>
            <a:off x="6008760" y="1179000"/>
            <a:ext cx="6183000" cy="4122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" name="Рисунок 23"/>
          <p:cNvPicPr/>
          <p:nvPr/>
        </p:nvPicPr>
        <p:blipFill>
          <a:blip r:embed="rId4"/>
          <a:stretch/>
        </p:blipFill>
        <p:spPr>
          <a:xfrm>
            <a:off x="-317520" y="-672120"/>
            <a:ext cx="4572000" cy="2468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+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6" name="Прямая соединительная линия 4"/>
          <p:cNvCxnSpPr/>
          <p:nvPr/>
        </p:nvCxnSpPr>
        <p:spPr>
          <a:xfrm>
            <a:off x="0" y="163800"/>
            <a:ext cx="10548360" cy="360"/>
          </a:xfrm>
          <a:prstGeom prst="straightConnector1">
            <a:avLst/>
          </a:prstGeom>
          <a:ln w="9525">
            <a:solidFill>
              <a:srgbClr val="923826"/>
            </a:solidFill>
          </a:ln>
        </p:spPr>
      </p:cxnSp>
      <p:pic>
        <p:nvPicPr>
          <p:cNvPr id="157" name="Рисунок 3"/>
          <p:cNvPicPr/>
          <p:nvPr/>
        </p:nvPicPr>
        <p:blipFill>
          <a:blip r:embed="rId2"/>
          <a:stretch/>
        </p:blipFill>
        <p:spPr>
          <a:xfrm>
            <a:off x="10343880" y="-309240"/>
            <a:ext cx="2044440" cy="110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PlaceHolder 1"/>
          <p:cNvSpPr>
            <a:spLocks noGrp="1"/>
          </p:cNvSpPr>
          <p:nvPr>
            <p:ph type="body"/>
          </p:nvPr>
        </p:nvSpPr>
        <p:spPr>
          <a:xfrm>
            <a:off x="171360" y="1166040"/>
            <a:ext cx="11852640" cy="551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457200" indent="0" defTabSz="9144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Второй уровень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914400" indent="0" defTabSz="9144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ru-RU" sz="12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Третий уровень</a:t>
            </a:r>
            <a:endParaRPr lang="ru-RU" sz="12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1371600" indent="0" defTabSz="9144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ru-RU" sz="11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Четвертый уровень</a:t>
            </a:r>
            <a:endParaRPr lang="ru-RU" sz="11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1828800" indent="0" defTabSz="9144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ru-RU" sz="11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Пятый уровень</a:t>
            </a:r>
            <a:endParaRPr lang="ru-RU" sz="11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title"/>
          </p:nvPr>
        </p:nvSpPr>
        <p:spPr>
          <a:xfrm>
            <a:off x="165600" y="434520"/>
            <a:ext cx="10860120" cy="559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2800" b="0" u="none" strike="noStrike">
                <a:solidFill>
                  <a:srgbClr val="923826"/>
                </a:solidFill>
                <a:effectLst/>
                <a:uFillTx/>
                <a:latin typeface="Open Sans Extrabold"/>
                <a:ea typeface="Open Sans Extrabold"/>
              </a:rPr>
              <a:t>Образец заголовка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Прямоугольник 4"/>
          <p:cNvSpPr/>
          <p:nvPr/>
        </p:nvSpPr>
        <p:spPr>
          <a:xfrm>
            <a:off x="1712880" y="4212360"/>
            <a:ext cx="9058680" cy="15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ru-RU" sz="3600" b="1" u="none" strike="noStrike">
                <a:solidFill>
                  <a:srgbClr val="f8f1f1"/>
                </a:solidFill>
                <a:effectLst/>
                <a:uFillTx/>
                <a:latin typeface="Open Sans"/>
              </a:rPr>
              <a:t>Метод опорных векторов и Метод k-ближайших соседей</a:t>
            </a:r>
            <a:br>
              <a:rPr sz="3600"/>
            </a:br>
            <a:r>
              <a:rPr lang="ru-RU" sz="2400" b="0" i="1" u="none" strike="noStrike">
                <a:solidFill>
                  <a:srgbClr val="f8f1f1"/>
                </a:solidFill>
                <a:effectLst/>
                <a:uFillTx/>
                <a:latin typeface="Open Sans"/>
              </a:rPr>
              <a:t> Мамаев Д.Е.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4400" b="1" u="none" strike="noStrike">
                <a:solidFill>
                  <a:srgbClr val="923826"/>
                </a:solidFill>
                <a:effectLst/>
                <a:uFillTx/>
                <a:latin typeface="Open Sans Extrabold"/>
              </a:rPr>
              <a:t>Цели и задачи доклада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Цель: Рассмотреть принципы работы методов опорных векторов (SVM) и k-ближайших соседей (k-NN), а также их применение.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Задачи: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81818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Изучить теоретические основы SVM и k-NN. 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81818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Рассмотреть алгоритмы построения моделей. 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81818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Привести примеры практического применения.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4400" b="1" u="none" strike="noStrike">
                <a:solidFill>
                  <a:srgbClr val="923826"/>
                </a:solidFill>
                <a:effectLst/>
                <a:uFillTx/>
                <a:latin typeface="Open Sans Extrabold"/>
              </a:rPr>
              <a:t>Метод опорных векторов (SVM) — Основная идея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360000" y="1825560"/>
            <a:ext cx="1134000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SVM — метод, который ищет границу решения (гиперплоскость), разделяющую классы с максимальным отступом.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Основные элементы: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81818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Опорные векторы — точки данных, определяющие границу.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81818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Гиперплоскость — разделяющая граница между классами.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81818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Отступ (margin) — расстояние от границы до ближайших точек.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pic>
        <p:nvPicPr>
          <p:cNvPr id="166" name=""/>
          <p:cNvPicPr/>
          <p:nvPr/>
        </p:nvPicPr>
        <p:blipFill>
          <a:blip r:embed="rId1"/>
          <a:stretch/>
        </p:blipFill>
        <p:spPr>
          <a:xfrm>
            <a:off x="360000" y="1800000"/>
            <a:ext cx="10515240" cy="435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7" name=""/>
          <p:cNvPicPr/>
          <p:nvPr/>
        </p:nvPicPr>
        <p:blipFill>
          <a:blip r:embed="rId2"/>
          <a:stretch/>
        </p:blipFill>
        <p:spPr>
          <a:xfrm>
            <a:off x="180000" y="540000"/>
            <a:ext cx="5400000" cy="525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" name=""/>
          <p:cNvPicPr/>
          <p:nvPr/>
        </p:nvPicPr>
        <p:blipFill>
          <a:blip r:embed="rId3"/>
          <a:stretch/>
        </p:blipFill>
        <p:spPr>
          <a:xfrm>
            <a:off x="5760000" y="1080000"/>
            <a:ext cx="6517440" cy="3647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4400" b="1" u="none" strike="noStrike">
                <a:solidFill>
                  <a:srgbClr val="923826"/>
                </a:solidFill>
                <a:effectLst/>
                <a:uFillTx/>
                <a:latin typeface="Open Sans Extrabold"/>
              </a:rPr>
              <a:t>SVM — Алгоритм и особенности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360000" y="1825560"/>
            <a:ext cx="1134000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Выбор ядра (линейное, полиномиальное, RBF).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Построение гиперплоскости с максимальным отступом.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Классификация новых данных на основе положения относительно гиперплоскости.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Особенности: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81818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Эффективен для малых и средних объемов данных.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81818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Чувствителен к шуму и выбросам.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4400" b="1" u="none" strike="noStrike">
                <a:solidFill>
                  <a:srgbClr val="923826"/>
                </a:solidFill>
                <a:effectLst/>
                <a:uFillTx/>
                <a:latin typeface="Open Sans Extrabold"/>
              </a:rPr>
              <a:t>Метод k-ближайших соседей (k-NN) — Основная идея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360000" y="1825560"/>
            <a:ext cx="1134000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k-NN — метод классификации, который присваивает объекту класс, наиболее часто встречающийся среди его k ближайших соседей.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81818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Простота реализации и понятная логика.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Основные параметры: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81818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k — количество соседей.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81818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Метрика расстояния (Евклидова, Манхэттена и др.).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pic>
        <p:nvPicPr>
          <p:cNvPr id="174" name=""/>
          <p:cNvPicPr/>
          <p:nvPr/>
        </p:nvPicPr>
        <p:blipFill>
          <a:blip r:embed="rId1"/>
          <a:stretch/>
        </p:blipFill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5" name=""/>
          <p:cNvPicPr/>
          <p:nvPr/>
        </p:nvPicPr>
        <p:blipFill>
          <a:blip r:embed="rId2"/>
          <a:stretch/>
        </p:blipFill>
        <p:spPr>
          <a:xfrm>
            <a:off x="2223360" y="1164600"/>
            <a:ext cx="6956640" cy="5135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4400" b="1" u="none" strike="noStrike">
                <a:solidFill>
                  <a:srgbClr val="923826"/>
                </a:solidFill>
                <a:effectLst/>
                <a:uFillTx/>
                <a:latin typeface="Open Sans Extrabold"/>
              </a:rPr>
              <a:t>k-NN — Алгоритм и особенности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360000" y="1620000"/>
            <a:ext cx="11700000" cy="43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Выбираем число соседей k и метрику расстояния.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Находим k ближайших точек обучающей выборки.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Класс нового объекта определяется большинством соседей.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Особенности: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81818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Прост в реализации.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81818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Чувствителен к масштабу признаков и шуму.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81818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Вычислительно затратен на больших данных.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4400" b="1" u="none" strike="noStrike">
                <a:solidFill>
                  <a:srgbClr val="923826"/>
                </a:solidFill>
                <a:effectLst/>
                <a:uFillTx/>
                <a:latin typeface="Open Sans Extrabold"/>
              </a:rPr>
              <a:t>Сравнение SVM и k-NN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11520000" cy="48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SVM: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81818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Параметрическая модель.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81818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Скорость обучения: средняя.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81818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Чувствителен к шуму.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81818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Подходит для сложных задач и больших признаков.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k-NN: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81818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Непараметрическая модель.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81818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Скорость обучения: быстрая.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81818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Очень чувствителен к шуму.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81818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Хорош для небольших выборок и прототипов.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4400" b="1" u="none" strike="noStrike">
                <a:solidFill>
                  <a:srgbClr val="923826"/>
                </a:solidFill>
                <a:effectLst/>
                <a:uFillTx/>
                <a:latin typeface="Open Sans Extrabold"/>
              </a:rPr>
              <a:t>Применение методов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360000" y="1620000"/>
            <a:ext cx="11700000" cy="43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SVM: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81818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Распознавание образов, биоинформатика, классификация текста.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k-NN: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81818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Рекомендательные системы, диагностика, обнаружение аномалий.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4400" b="1" u="none" strike="noStrike">
                <a:solidFill>
                  <a:srgbClr val="923826"/>
                </a:solidFill>
                <a:effectLst/>
                <a:uFillTx/>
                <a:latin typeface="Open Sans Extrabold"/>
              </a:rPr>
              <a:t>Заключение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360000" y="1620000"/>
            <a:ext cx="11700000" cy="43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SVM и k-NN — популярные методы классификации с различными подходами.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SVM подходит для сложных задач с ограниченным количеством данных, k-NN — для быстрого прототипирования и простых задач.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Выбор метода зависит от объема данных, требуемой точности и скорости работы.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/>
          </p:nvPr>
        </p:nvSpPr>
        <p:spPr>
          <a:xfrm>
            <a:off x="2827800" y="2790720"/>
            <a:ext cx="6095520" cy="104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rgbClr val="923826"/>
                </a:solidFill>
                <a:effectLst/>
                <a:uFillTx/>
                <a:latin typeface="Open Sans"/>
              </a:rPr>
              <a:t>Спасибо за внимание!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ПбГУ">
      <a:dk1>
        <a:srgbClr val="181818"/>
      </a:dk1>
      <a:lt1>
        <a:srgbClr val="ffffff"/>
      </a:lt1>
      <a:dk2>
        <a:srgbClr val="632423"/>
      </a:dk2>
      <a:lt2>
        <a:srgbClr val="fbf9f7"/>
      </a:lt2>
      <a:accent1>
        <a:srgbClr val="4f81bd"/>
      </a:accent1>
      <a:accent2>
        <a:srgbClr val="c0504d"/>
      </a:accent2>
      <a:accent3>
        <a:srgbClr val="923826"/>
      </a:accent3>
      <a:accent4>
        <a:srgbClr val="8064a2"/>
      </a:accent4>
      <a:accent5>
        <a:srgbClr val="8faadc"/>
      </a:accent5>
      <a:accent6>
        <a:srgbClr val="ae6464"/>
      </a:accent6>
      <a:hlink>
        <a:srgbClr val="f2f2f2"/>
      </a:hlink>
      <a:folHlink>
        <a:srgbClr val="0070c0"/>
      </a:folHlink>
    </a:clrScheme>
    <a:fontScheme name="СПбГУ">
      <a:majorFont>
        <a:latin typeface="Open Sans Extrabold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02abcde4-0d41-4d92-9ad7-003839eabdeb" xsi:nil="true"/>
    <lcf76f155ced4ddcb4097134ff3c332f xmlns="9a63fdcb-41de-41b7-a29c-51f72461a67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D8C519613280949AA22B76DC3D9D7B2" ma:contentTypeVersion="17" ma:contentTypeDescription="Создание документа." ma:contentTypeScope="" ma:versionID="c1aee2efb7f4004aed17619c1a5733c5">
  <xsd:schema xmlns:xsd="http://www.w3.org/2001/XMLSchema" xmlns:xs="http://www.w3.org/2001/XMLSchema" xmlns:p="http://schemas.microsoft.com/office/2006/metadata/properties" xmlns:ns1="http://schemas.microsoft.com/sharepoint/v3" xmlns:ns2="9a63fdcb-41de-41b7-a29c-51f72461a67b" xmlns:ns3="02abcde4-0d41-4d92-9ad7-003839eabdeb" targetNamespace="http://schemas.microsoft.com/office/2006/metadata/properties" ma:root="true" ma:fieldsID="3d5820956cb7eaded5206240577e0de0" ns1:_="" ns2:_="" ns3:_="">
    <xsd:import namespace="http://schemas.microsoft.com/sharepoint/v3"/>
    <xsd:import namespace="9a63fdcb-41de-41b7-a29c-51f72461a67b"/>
    <xsd:import namespace="02abcde4-0d41-4d92-9ad7-003839eabde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Свойства единой политики соответствия требованиям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Действие с пользовательским интерфейсом в рамках единой политики соответствия требованиям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63fdcb-41de-41b7-a29c-51f72461a6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3dac30f7-4b6a-4d0c-a073-8dcd7cc3cb6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abcde4-0d41-4d92-9ad7-003839eabde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e50e6830-2c83-4f36-8696-426a14030bf5}" ma:internalName="TaxCatchAll" ma:showField="CatchAllData" ma:web="02abcde4-0d41-4d92-9ad7-003839eabd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AE8BD70-FE7F-4E2E-8A0C-B56C29E7533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B233416-0D41-4853-A815-5627BA43D3C0}">
  <ds:schemaRefs>
    <ds:schemaRef ds:uri="http://purl.org/dc/terms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9a63fdcb-41de-41b7-a29c-51f72461a67b"/>
    <ds:schemaRef ds:uri="02abcde4-0d41-4d92-9ad7-003839eabdeb"/>
    <ds:schemaRef ds:uri="http://schemas.microsoft.com/sharepoint/v3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D7F0394-DA30-41D1-BA79-55D90E960F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a63fdcb-41de-41b7-a29c-51f72461a67b"/>
    <ds:schemaRef ds:uri="02abcde4-0d41-4d92-9ad7-003839eabd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10885</TotalTime>
  <Application>LibreOffice/25.8.4.2$Linux_X86_64 LibreOffice_project/580$Build-2</Application>
  <AppVersion>15.0000</AppVersion>
  <Words>402</Words>
  <Paragraphs>47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2020-09-23T09:03:25Z</dcterms:created>
  <dc:creator>Надежда Лапшина</dc:creator>
  <dc:description/>
  <dc:language>ru-RU</dc:language>
  <cp:lastModifiedBy/>
  <dcterms:modified xsi:type="dcterms:W3CDTF">2026-03-27T23:23:46Z</dcterms:modified>
  <cp:revision>614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0x010100CD8C519613280949AA22B76DC3D9D7B2</vt:lpwstr>
  </property>
  <property fmtid="{D5CDD505-2E9C-101B-9397-08002B2CF9AE}" pid="3" name="MediaServiceImageTags">
    <vt:lpwstr/>
  </property>
  <property fmtid="{D5CDD505-2E9C-101B-9397-08002B2CF9AE}" pid="4" name="PresentationFormat">
    <vt:lpwstr>Произвольный</vt:lpwstr>
  </property>
  <property fmtid="{D5CDD505-2E9C-101B-9397-08002B2CF9AE}" pid="5" name="Slides">
    <vt:i4>16</vt:i4>
  </property>
</Properties>
</file>